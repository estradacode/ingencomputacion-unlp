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 showSpecialPlsOnTitleSld="0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</p:sldIdLst>
  <p:sldSz cy="6858000" cx="12192000"/>
  <p:notesSz cx="6858000" cy="9144000"/>
  <p:embeddedFontLst>
    <p:embeddedFont>
      <p:font typeface="Tahoma"/>
      <p:regular r:id="rId19"/>
      <p:bold r:id="rId20"/>
    </p:embeddedFont>
    <p:embeddedFont>
      <p:font typeface="Century Gothic"/>
      <p:regular r:id="rId21"/>
      <p:bold r:id="rId22"/>
      <p:italic r:id="rId23"/>
      <p:boldItalic r:id="rId24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  <p:ext uri="GoogleSlidesCustomDataVersion2">
      <go:slidesCustomData xmlns:go="http://customooxmlschemas.google.com/" r:id="rId25" roundtripDataSignature="AMtx7mj/ejzAPBdl5nYW6vsrkni0/09P4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384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Tahoma-bold.fntdata"/><Relationship Id="rId22" Type="http://schemas.openxmlformats.org/officeDocument/2006/relationships/font" Target="fonts/CenturyGothic-bold.fntdata"/><Relationship Id="rId21" Type="http://schemas.openxmlformats.org/officeDocument/2006/relationships/font" Target="fonts/CenturyGothic-regular.fntdata"/><Relationship Id="rId24" Type="http://schemas.openxmlformats.org/officeDocument/2006/relationships/font" Target="fonts/CenturyGothic-boldItalic.fntdata"/><Relationship Id="rId23" Type="http://schemas.openxmlformats.org/officeDocument/2006/relationships/font" Target="fonts/CenturyGothic-italic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5" Type="http://customschemas.google.com/relationships/presentationmetadata" Target="meta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font" Target="fonts/Tahoma-regular.fntdata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s-AR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6" name="Google Shape;166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7" name="Google Shape;167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A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4" name="Google Shape;174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5" name="Google Shape;175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A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1" name="Google Shape;191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3" name="Google Shape;203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7" name="Google Shape;217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AR"/>
              <a:t>	</a:t>
            </a:r>
            <a:endParaRPr/>
          </a:p>
        </p:txBody>
      </p:sp>
      <p:sp>
        <p:nvSpPr>
          <p:cNvPr id="218" name="Google Shape;218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A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34" name="Google Shape;234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AR"/>
              <a:t>	</a:t>
            </a:r>
            <a:endParaRPr/>
          </a:p>
        </p:txBody>
      </p:sp>
      <p:sp>
        <p:nvSpPr>
          <p:cNvPr id="235" name="Google Shape;235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A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4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6" name="Google Shape;246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8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0" name="Google Shape;260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6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8" name="Google Shape;278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8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Google Shape;289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0" name="Google Shape;290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4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6" name="Google Shape;306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2" name="Shape 3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" name="Google Shape;313;p1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4" name="Google Shape;314;p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0" name="Shape 3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" name="Google Shape;321;p1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2" name="Google Shape;322;p1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ncabezado de sección" type="secHead">
  <p:cSld name="SECTION_HEADER"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15"/>
          <p:cNvSpPr txBox="1"/>
          <p:nvPr>
            <p:ph type="title"/>
          </p:nvPr>
        </p:nvSpPr>
        <p:spPr>
          <a:xfrm>
            <a:off x="2589212" y="2058750"/>
            <a:ext cx="8915399" cy="14688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4000"/>
              <a:buFont typeface="Century Gothic"/>
              <a:buNone/>
              <a:defRPr b="0" sz="4000" cap="none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15"/>
          <p:cNvSpPr txBox="1"/>
          <p:nvPr>
            <p:ph idx="1" type="body"/>
          </p:nvPr>
        </p:nvSpPr>
        <p:spPr>
          <a:xfrm>
            <a:off x="2589212" y="3530129"/>
            <a:ext cx="8915399" cy="860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1000"/>
              </a:spcBef>
              <a:spcAft>
                <a:spcPts val="0"/>
              </a:spcAft>
              <a:buSzPts val="2000"/>
              <a:buNone/>
              <a:defRPr sz="2000">
                <a:solidFill>
                  <a:srgbClr val="595959"/>
                </a:solidFill>
              </a:defRPr>
            </a:lvl1pPr>
            <a:lvl2pPr indent="-228600" lvl="1" marL="914400" algn="l">
              <a:spcBef>
                <a:spcPts val="1000"/>
              </a:spcBef>
              <a:spcAft>
                <a:spcPts val="0"/>
              </a:spcAft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1000"/>
              </a:spcBef>
              <a:spcAft>
                <a:spcPts val="0"/>
              </a:spcAft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10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10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10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10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10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10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45" name="Google Shape;45;p15"/>
          <p:cNvSpPr txBox="1"/>
          <p:nvPr>
            <p:ph idx="10" type="dt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6" name="Google Shape;46;p15"/>
          <p:cNvSpPr txBox="1"/>
          <p:nvPr>
            <p:ph idx="11" type="ftr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15"/>
          <p:cNvSpPr/>
          <p:nvPr/>
        </p:nvSpPr>
        <p:spPr>
          <a:xfrm flipH="1" rot="10800000">
            <a:off x="-4189" y="3178175"/>
            <a:ext cx="1588527" cy="507297"/>
          </a:xfrm>
          <a:custGeom>
            <a:rect b="b" l="l" r="r" t="t"/>
            <a:pathLst>
              <a:path extrusionOk="0" h="10000" w="9248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" name="Google Shape;48;p15"/>
          <p:cNvSpPr txBox="1"/>
          <p:nvPr>
            <p:ph idx="12" type="sldNum"/>
          </p:nvPr>
        </p:nvSpPr>
        <p:spPr>
          <a:xfrm>
            <a:off x="531812" y="3244139"/>
            <a:ext cx="77976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A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y objetos" type="obj">
  <p:cSld name="OBJECT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6"/>
          <p:cNvSpPr txBox="1"/>
          <p:nvPr>
            <p:ph type="title"/>
          </p:nvPr>
        </p:nvSpPr>
        <p:spPr>
          <a:xfrm>
            <a:off x="2592925" y="624110"/>
            <a:ext cx="8911687" cy="128089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16"/>
          <p:cNvSpPr txBox="1"/>
          <p:nvPr>
            <p:ph idx="1" type="body"/>
          </p:nvPr>
        </p:nvSpPr>
        <p:spPr>
          <a:xfrm>
            <a:off x="2589212" y="2133600"/>
            <a:ext cx="8915400" cy="377762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1pPr>
            <a:lvl2pPr indent="-342900" lvl="1" marL="9144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2pPr>
            <a:lvl3pPr indent="-342900" lvl="2" marL="13716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3pPr>
            <a:lvl4pPr indent="-342900" lvl="3" marL="18288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4pPr>
            <a:lvl5pPr indent="-342900" lvl="4" marL="22860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5pPr>
            <a:lvl6pPr indent="-342900" lvl="5" marL="27432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6pPr>
            <a:lvl7pPr indent="-342900" lvl="6" marL="32004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7pPr>
            <a:lvl8pPr indent="-342900" lvl="7" marL="36576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8pPr>
            <a:lvl9pPr indent="-342900" lvl="8" marL="41148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9pPr>
          </a:lstStyle>
          <a:p/>
        </p:txBody>
      </p:sp>
      <p:sp>
        <p:nvSpPr>
          <p:cNvPr id="52" name="Google Shape;52;p16"/>
          <p:cNvSpPr txBox="1"/>
          <p:nvPr>
            <p:ph idx="10" type="dt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16"/>
          <p:cNvSpPr txBox="1"/>
          <p:nvPr>
            <p:ph idx="11" type="ftr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4" name="Google Shape;54;p16"/>
          <p:cNvSpPr/>
          <p:nvPr/>
        </p:nvSpPr>
        <p:spPr>
          <a:xfrm flipH="1" rot="10800000">
            <a:off x="-4189" y="714375"/>
            <a:ext cx="1588527" cy="507297"/>
          </a:xfrm>
          <a:custGeom>
            <a:rect b="b" l="l" r="r" t="t"/>
            <a:pathLst>
              <a:path extrusionOk="0" h="10000" w="9248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" name="Google Shape;55;p16"/>
          <p:cNvSpPr txBox="1"/>
          <p:nvPr>
            <p:ph idx="12" type="sldNum"/>
          </p:nvPr>
        </p:nvSpPr>
        <p:spPr>
          <a:xfrm>
            <a:off x="531812" y="787782"/>
            <a:ext cx="77976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A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iapositiva de título" type="title">
  <p:cSld name="TITLE"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7"/>
          <p:cNvSpPr txBox="1"/>
          <p:nvPr>
            <p:ph type="ctrTitle"/>
          </p:nvPr>
        </p:nvSpPr>
        <p:spPr>
          <a:xfrm>
            <a:off x="2589213" y="2514600"/>
            <a:ext cx="8915399" cy="2262781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5400"/>
              <a:buFont typeface="Century Gothic"/>
              <a:buNone/>
              <a:defRPr sz="54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8" name="Google Shape;58;p17"/>
          <p:cNvSpPr txBox="1"/>
          <p:nvPr>
            <p:ph idx="1" type="subTitle"/>
          </p:nvPr>
        </p:nvSpPr>
        <p:spPr>
          <a:xfrm>
            <a:off x="2589213" y="4777379"/>
            <a:ext cx="8915399" cy="112628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1000"/>
              </a:spcBef>
              <a:spcAft>
                <a:spcPts val="0"/>
              </a:spcAft>
              <a:buSzPts val="1800"/>
              <a:buNone/>
              <a:defRPr>
                <a:solidFill>
                  <a:srgbClr val="595959"/>
                </a:solidFill>
              </a:defRPr>
            </a:lvl1pPr>
            <a:lvl2pPr lvl="1" algn="ctr">
              <a:spcBef>
                <a:spcPts val="1000"/>
              </a:spcBef>
              <a:spcAft>
                <a:spcPts val="0"/>
              </a:spcAft>
              <a:buSzPts val="16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100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1000"/>
              </a:spcBef>
              <a:spcAft>
                <a:spcPts val="0"/>
              </a:spcAft>
              <a:buSzPts val="12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1000"/>
              </a:spcBef>
              <a:spcAft>
                <a:spcPts val="0"/>
              </a:spcAft>
              <a:buSzPts val="12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1000"/>
              </a:spcBef>
              <a:spcAft>
                <a:spcPts val="0"/>
              </a:spcAft>
              <a:buSzPts val="12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1000"/>
              </a:spcBef>
              <a:spcAft>
                <a:spcPts val="0"/>
              </a:spcAft>
              <a:buSzPts val="12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1000"/>
              </a:spcBef>
              <a:spcAft>
                <a:spcPts val="0"/>
              </a:spcAft>
              <a:buSzPts val="12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1000"/>
              </a:spcBef>
              <a:spcAft>
                <a:spcPts val="0"/>
              </a:spcAft>
              <a:buSzPts val="12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59" name="Google Shape;59;p17"/>
          <p:cNvSpPr txBox="1"/>
          <p:nvPr>
            <p:ph idx="10" type="dt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17"/>
          <p:cNvSpPr txBox="1"/>
          <p:nvPr>
            <p:ph idx="11" type="ftr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1" name="Google Shape;61;p17"/>
          <p:cNvSpPr/>
          <p:nvPr/>
        </p:nvSpPr>
        <p:spPr>
          <a:xfrm>
            <a:off x="0" y="4323810"/>
            <a:ext cx="1744652" cy="778589"/>
          </a:xfrm>
          <a:custGeom>
            <a:rect b="b" l="l" r="r" t="t"/>
            <a:pathLst>
              <a:path extrusionOk="0" h="166" w="372">
                <a:moveTo>
                  <a:pt x="287" y="166"/>
                </a:moveTo>
                <a:cubicBezTo>
                  <a:pt x="290" y="166"/>
                  <a:pt x="292" y="165"/>
                  <a:pt x="293" y="164"/>
                </a:cubicBezTo>
                <a:cubicBezTo>
                  <a:pt x="293" y="163"/>
                  <a:pt x="294" y="163"/>
                  <a:pt x="294" y="163"/>
                </a:cubicBezTo>
                <a:cubicBezTo>
                  <a:pt x="370" y="87"/>
                  <a:pt x="370" y="87"/>
                  <a:pt x="370" y="87"/>
                </a:cubicBezTo>
                <a:cubicBezTo>
                  <a:pt x="372" y="85"/>
                  <a:pt x="372" y="81"/>
                  <a:pt x="370" y="78"/>
                </a:cubicBezTo>
                <a:cubicBezTo>
                  <a:pt x="294" y="3"/>
                  <a:pt x="294" y="3"/>
                  <a:pt x="294" y="3"/>
                </a:cubicBezTo>
                <a:cubicBezTo>
                  <a:pt x="294" y="2"/>
                  <a:pt x="293" y="2"/>
                  <a:pt x="293" y="2"/>
                </a:cubicBezTo>
                <a:cubicBezTo>
                  <a:pt x="292" y="1"/>
                  <a:pt x="290" y="0"/>
                  <a:pt x="287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166"/>
                  <a:pt x="0" y="166"/>
                  <a:pt x="0" y="166"/>
                </a:cubicBezTo>
                <a:lnTo>
                  <a:pt x="287" y="16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" name="Google Shape;62;p17"/>
          <p:cNvSpPr txBox="1"/>
          <p:nvPr>
            <p:ph idx="12" type="sldNum"/>
          </p:nvPr>
        </p:nvSpPr>
        <p:spPr>
          <a:xfrm>
            <a:off x="531812" y="4529540"/>
            <a:ext cx="77976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A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os objetos" type="twoObj">
  <p:cSld name="TWO_OBJECTS"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18"/>
          <p:cNvSpPr txBox="1"/>
          <p:nvPr>
            <p:ph type="title"/>
          </p:nvPr>
        </p:nvSpPr>
        <p:spPr>
          <a:xfrm>
            <a:off x="2592924" y="624110"/>
            <a:ext cx="8911687" cy="128089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5" name="Google Shape;65;p18"/>
          <p:cNvSpPr txBox="1"/>
          <p:nvPr>
            <p:ph idx="1" type="body"/>
          </p:nvPr>
        </p:nvSpPr>
        <p:spPr>
          <a:xfrm>
            <a:off x="2589212" y="2133600"/>
            <a:ext cx="4313864" cy="377762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1pPr>
            <a:lvl2pPr indent="-342900" lvl="1" marL="9144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2pPr>
            <a:lvl3pPr indent="-342900" lvl="2" marL="13716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3pPr>
            <a:lvl4pPr indent="-342900" lvl="3" marL="18288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4pPr>
            <a:lvl5pPr indent="-342900" lvl="4" marL="22860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5pPr>
            <a:lvl6pPr indent="-342900" lvl="5" marL="27432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6pPr>
            <a:lvl7pPr indent="-342900" lvl="6" marL="32004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7pPr>
            <a:lvl8pPr indent="-342900" lvl="7" marL="36576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8pPr>
            <a:lvl9pPr indent="-342900" lvl="8" marL="41148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9pPr>
          </a:lstStyle>
          <a:p/>
        </p:txBody>
      </p:sp>
      <p:sp>
        <p:nvSpPr>
          <p:cNvPr id="66" name="Google Shape;66;p18"/>
          <p:cNvSpPr txBox="1"/>
          <p:nvPr>
            <p:ph idx="2" type="body"/>
          </p:nvPr>
        </p:nvSpPr>
        <p:spPr>
          <a:xfrm>
            <a:off x="7190747" y="2126222"/>
            <a:ext cx="4313864" cy="377762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1pPr>
            <a:lvl2pPr indent="-342900" lvl="1" marL="9144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2pPr>
            <a:lvl3pPr indent="-342900" lvl="2" marL="13716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3pPr>
            <a:lvl4pPr indent="-342900" lvl="3" marL="18288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4pPr>
            <a:lvl5pPr indent="-342900" lvl="4" marL="22860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5pPr>
            <a:lvl6pPr indent="-342900" lvl="5" marL="27432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6pPr>
            <a:lvl7pPr indent="-342900" lvl="6" marL="32004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7pPr>
            <a:lvl8pPr indent="-342900" lvl="7" marL="36576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8pPr>
            <a:lvl9pPr indent="-342900" lvl="8" marL="41148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9pPr>
          </a:lstStyle>
          <a:p/>
        </p:txBody>
      </p:sp>
      <p:sp>
        <p:nvSpPr>
          <p:cNvPr id="67" name="Google Shape;67;p18"/>
          <p:cNvSpPr txBox="1"/>
          <p:nvPr>
            <p:ph idx="10" type="dt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8" name="Google Shape;68;p18"/>
          <p:cNvSpPr txBox="1"/>
          <p:nvPr>
            <p:ph idx="11" type="ftr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9" name="Google Shape;69;p18"/>
          <p:cNvSpPr/>
          <p:nvPr/>
        </p:nvSpPr>
        <p:spPr>
          <a:xfrm flipH="1" rot="10800000">
            <a:off x="-4189" y="714375"/>
            <a:ext cx="1588527" cy="507297"/>
          </a:xfrm>
          <a:custGeom>
            <a:rect b="b" l="l" r="r" t="t"/>
            <a:pathLst>
              <a:path extrusionOk="0" h="10000" w="9248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" name="Google Shape;70;p18"/>
          <p:cNvSpPr txBox="1"/>
          <p:nvPr>
            <p:ph idx="12" type="sldNum"/>
          </p:nvPr>
        </p:nvSpPr>
        <p:spPr>
          <a:xfrm>
            <a:off x="531812" y="787782"/>
            <a:ext cx="77976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A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ación" type="twoTxTwoObj">
  <p:cSld name="TWO_OBJECTS_WITH_TEXT"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9"/>
          <p:cNvSpPr txBox="1"/>
          <p:nvPr>
            <p:ph type="title"/>
          </p:nvPr>
        </p:nvSpPr>
        <p:spPr>
          <a:xfrm>
            <a:off x="2592924" y="624110"/>
            <a:ext cx="8911687" cy="128089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9"/>
          <p:cNvSpPr txBox="1"/>
          <p:nvPr>
            <p:ph idx="1" type="body"/>
          </p:nvPr>
        </p:nvSpPr>
        <p:spPr>
          <a:xfrm>
            <a:off x="2939373" y="1972703"/>
            <a:ext cx="3992732" cy="5762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1000"/>
              </a:spcBef>
              <a:spcAft>
                <a:spcPts val="0"/>
              </a:spcAft>
              <a:buSzPts val="2400"/>
              <a:buNone/>
              <a:defRPr b="0" sz="2400"/>
            </a:lvl1pPr>
            <a:lvl2pPr indent="-228600" lvl="1" marL="914400" algn="l">
              <a:spcBef>
                <a:spcPts val="1000"/>
              </a:spcBef>
              <a:spcAft>
                <a:spcPts val="0"/>
              </a:spcAft>
              <a:buSzPts val="2000"/>
              <a:buNone/>
              <a:defRPr b="1" sz="2000"/>
            </a:lvl2pPr>
            <a:lvl3pPr indent="-228600" lvl="2" marL="1371600" algn="l">
              <a:spcBef>
                <a:spcPts val="1000"/>
              </a:spcBef>
              <a:spcAft>
                <a:spcPts val="0"/>
              </a:spcAft>
              <a:buSzPts val="1800"/>
              <a:buNone/>
              <a:defRPr b="1" sz="1800"/>
            </a:lvl3pPr>
            <a:lvl4pPr indent="-228600" lvl="3" marL="1828800" algn="l">
              <a:spcBef>
                <a:spcPts val="1000"/>
              </a:spcBef>
              <a:spcAft>
                <a:spcPts val="0"/>
              </a:spcAft>
              <a:buSzPts val="1600"/>
              <a:buNone/>
              <a:defRPr b="1" sz="1600"/>
            </a:lvl4pPr>
            <a:lvl5pPr indent="-228600" lvl="4" marL="2286000" algn="l">
              <a:spcBef>
                <a:spcPts val="1000"/>
              </a:spcBef>
              <a:spcAft>
                <a:spcPts val="0"/>
              </a:spcAft>
              <a:buSzPts val="1600"/>
              <a:buNone/>
              <a:defRPr b="1" sz="1600"/>
            </a:lvl5pPr>
            <a:lvl6pPr indent="-228600" lvl="5" marL="2743200" algn="l">
              <a:spcBef>
                <a:spcPts val="1000"/>
              </a:spcBef>
              <a:spcAft>
                <a:spcPts val="0"/>
              </a:spcAft>
              <a:buSzPts val="1600"/>
              <a:buNone/>
              <a:defRPr b="1" sz="1600"/>
            </a:lvl6pPr>
            <a:lvl7pPr indent="-228600" lvl="6" marL="3200400" algn="l">
              <a:spcBef>
                <a:spcPts val="1000"/>
              </a:spcBef>
              <a:spcAft>
                <a:spcPts val="0"/>
              </a:spcAft>
              <a:buSzPts val="1600"/>
              <a:buNone/>
              <a:defRPr b="1" sz="1600"/>
            </a:lvl7pPr>
            <a:lvl8pPr indent="-228600" lvl="7" marL="3657600" algn="l">
              <a:spcBef>
                <a:spcPts val="1000"/>
              </a:spcBef>
              <a:spcAft>
                <a:spcPts val="0"/>
              </a:spcAft>
              <a:buSzPts val="1600"/>
              <a:buNone/>
              <a:defRPr b="1" sz="1600"/>
            </a:lvl8pPr>
            <a:lvl9pPr indent="-228600" lvl="8" marL="4114800" algn="l">
              <a:spcBef>
                <a:spcPts val="1000"/>
              </a:spcBef>
              <a:spcAft>
                <a:spcPts val="0"/>
              </a:spcAft>
              <a:buSzPts val="1600"/>
              <a:buNone/>
              <a:defRPr b="1" sz="1600"/>
            </a:lvl9pPr>
          </a:lstStyle>
          <a:p/>
        </p:txBody>
      </p:sp>
      <p:sp>
        <p:nvSpPr>
          <p:cNvPr id="74" name="Google Shape;74;p19"/>
          <p:cNvSpPr txBox="1"/>
          <p:nvPr>
            <p:ph idx="2" type="body"/>
          </p:nvPr>
        </p:nvSpPr>
        <p:spPr>
          <a:xfrm>
            <a:off x="2589212" y="2548966"/>
            <a:ext cx="4342893" cy="33540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1pPr>
            <a:lvl2pPr indent="-342900" lvl="1" marL="9144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2pPr>
            <a:lvl3pPr indent="-342900" lvl="2" marL="13716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3pPr>
            <a:lvl4pPr indent="-342900" lvl="3" marL="18288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4pPr>
            <a:lvl5pPr indent="-342900" lvl="4" marL="22860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5pPr>
            <a:lvl6pPr indent="-342900" lvl="5" marL="27432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6pPr>
            <a:lvl7pPr indent="-342900" lvl="6" marL="32004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7pPr>
            <a:lvl8pPr indent="-342900" lvl="7" marL="36576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8pPr>
            <a:lvl9pPr indent="-342900" lvl="8" marL="41148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9pPr>
          </a:lstStyle>
          <a:p/>
        </p:txBody>
      </p:sp>
      <p:sp>
        <p:nvSpPr>
          <p:cNvPr id="75" name="Google Shape;75;p19"/>
          <p:cNvSpPr txBox="1"/>
          <p:nvPr>
            <p:ph idx="3" type="body"/>
          </p:nvPr>
        </p:nvSpPr>
        <p:spPr>
          <a:xfrm>
            <a:off x="7506629" y="1969475"/>
            <a:ext cx="3999001" cy="5762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1000"/>
              </a:spcBef>
              <a:spcAft>
                <a:spcPts val="0"/>
              </a:spcAft>
              <a:buSzPts val="2400"/>
              <a:buNone/>
              <a:defRPr b="0" sz="2400"/>
            </a:lvl1pPr>
            <a:lvl2pPr indent="-228600" lvl="1" marL="914400" algn="l">
              <a:spcBef>
                <a:spcPts val="1000"/>
              </a:spcBef>
              <a:spcAft>
                <a:spcPts val="0"/>
              </a:spcAft>
              <a:buSzPts val="2000"/>
              <a:buNone/>
              <a:defRPr b="1" sz="2000"/>
            </a:lvl2pPr>
            <a:lvl3pPr indent="-228600" lvl="2" marL="1371600" algn="l">
              <a:spcBef>
                <a:spcPts val="1000"/>
              </a:spcBef>
              <a:spcAft>
                <a:spcPts val="0"/>
              </a:spcAft>
              <a:buSzPts val="1800"/>
              <a:buNone/>
              <a:defRPr b="1" sz="1800"/>
            </a:lvl3pPr>
            <a:lvl4pPr indent="-228600" lvl="3" marL="1828800" algn="l">
              <a:spcBef>
                <a:spcPts val="1000"/>
              </a:spcBef>
              <a:spcAft>
                <a:spcPts val="0"/>
              </a:spcAft>
              <a:buSzPts val="1600"/>
              <a:buNone/>
              <a:defRPr b="1" sz="1600"/>
            </a:lvl4pPr>
            <a:lvl5pPr indent="-228600" lvl="4" marL="2286000" algn="l">
              <a:spcBef>
                <a:spcPts val="1000"/>
              </a:spcBef>
              <a:spcAft>
                <a:spcPts val="0"/>
              </a:spcAft>
              <a:buSzPts val="1600"/>
              <a:buNone/>
              <a:defRPr b="1" sz="1600"/>
            </a:lvl5pPr>
            <a:lvl6pPr indent="-228600" lvl="5" marL="2743200" algn="l">
              <a:spcBef>
                <a:spcPts val="1000"/>
              </a:spcBef>
              <a:spcAft>
                <a:spcPts val="0"/>
              </a:spcAft>
              <a:buSzPts val="1600"/>
              <a:buNone/>
              <a:defRPr b="1" sz="1600"/>
            </a:lvl6pPr>
            <a:lvl7pPr indent="-228600" lvl="6" marL="3200400" algn="l">
              <a:spcBef>
                <a:spcPts val="1000"/>
              </a:spcBef>
              <a:spcAft>
                <a:spcPts val="0"/>
              </a:spcAft>
              <a:buSzPts val="1600"/>
              <a:buNone/>
              <a:defRPr b="1" sz="1600"/>
            </a:lvl7pPr>
            <a:lvl8pPr indent="-228600" lvl="7" marL="3657600" algn="l">
              <a:spcBef>
                <a:spcPts val="1000"/>
              </a:spcBef>
              <a:spcAft>
                <a:spcPts val="0"/>
              </a:spcAft>
              <a:buSzPts val="1600"/>
              <a:buNone/>
              <a:defRPr b="1" sz="1600"/>
            </a:lvl8pPr>
            <a:lvl9pPr indent="-228600" lvl="8" marL="4114800" algn="l">
              <a:spcBef>
                <a:spcPts val="1000"/>
              </a:spcBef>
              <a:spcAft>
                <a:spcPts val="0"/>
              </a:spcAft>
              <a:buSzPts val="1600"/>
              <a:buNone/>
              <a:defRPr b="1" sz="1600"/>
            </a:lvl9pPr>
          </a:lstStyle>
          <a:p/>
        </p:txBody>
      </p:sp>
      <p:sp>
        <p:nvSpPr>
          <p:cNvPr id="76" name="Google Shape;76;p19"/>
          <p:cNvSpPr txBox="1"/>
          <p:nvPr>
            <p:ph idx="4" type="body"/>
          </p:nvPr>
        </p:nvSpPr>
        <p:spPr>
          <a:xfrm>
            <a:off x="7166957" y="2545738"/>
            <a:ext cx="4338674" cy="33540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1pPr>
            <a:lvl2pPr indent="-342900" lvl="1" marL="9144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2pPr>
            <a:lvl3pPr indent="-342900" lvl="2" marL="13716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3pPr>
            <a:lvl4pPr indent="-342900" lvl="3" marL="18288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4pPr>
            <a:lvl5pPr indent="-342900" lvl="4" marL="22860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5pPr>
            <a:lvl6pPr indent="-342900" lvl="5" marL="27432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6pPr>
            <a:lvl7pPr indent="-342900" lvl="6" marL="32004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7pPr>
            <a:lvl8pPr indent="-342900" lvl="7" marL="36576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8pPr>
            <a:lvl9pPr indent="-342900" lvl="8" marL="41148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9pPr>
          </a:lstStyle>
          <a:p/>
        </p:txBody>
      </p:sp>
      <p:sp>
        <p:nvSpPr>
          <p:cNvPr id="77" name="Google Shape;77;p19"/>
          <p:cNvSpPr txBox="1"/>
          <p:nvPr>
            <p:ph idx="10" type="dt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9"/>
          <p:cNvSpPr txBox="1"/>
          <p:nvPr>
            <p:ph idx="11" type="ftr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9"/>
          <p:cNvSpPr/>
          <p:nvPr/>
        </p:nvSpPr>
        <p:spPr>
          <a:xfrm flipH="1" rot="10800000">
            <a:off x="-4189" y="714375"/>
            <a:ext cx="1588527" cy="507297"/>
          </a:xfrm>
          <a:custGeom>
            <a:rect b="b" l="l" r="r" t="t"/>
            <a:pathLst>
              <a:path extrusionOk="0" h="10000" w="9248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" name="Google Shape;80;p19"/>
          <p:cNvSpPr txBox="1"/>
          <p:nvPr>
            <p:ph idx="12" type="sldNum"/>
          </p:nvPr>
        </p:nvSpPr>
        <p:spPr>
          <a:xfrm>
            <a:off x="531812" y="787782"/>
            <a:ext cx="77976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A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olo el título" type="titleOnly">
  <p:cSld name="TITLE_ONLY"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20"/>
          <p:cNvSpPr txBox="1"/>
          <p:nvPr>
            <p:ph type="title"/>
          </p:nvPr>
        </p:nvSpPr>
        <p:spPr>
          <a:xfrm>
            <a:off x="2592924" y="624110"/>
            <a:ext cx="8911687" cy="128089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20"/>
          <p:cNvSpPr txBox="1"/>
          <p:nvPr>
            <p:ph idx="10" type="dt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4" name="Google Shape;84;p20"/>
          <p:cNvSpPr txBox="1"/>
          <p:nvPr>
            <p:ph idx="11" type="ftr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5" name="Google Shape;85;p20"/>
          <p:cNvSpPr/>
          <p:nvPr/>
        </p:nvSpPr>
        <p:spPr>
          <a:xfrm flipH="1" rot="10800000">
            <a:off x="-4189" y="714375"/>
            <a:ext cx="1588527" cy="507297"/>
          </a:xfrm>
          <a:custGeom>
            <a:rect b="b" l="l" r="r" t="t"/>
            <a:pathLst>
              <a:path extrusionOk="0" h="10000" w="9248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" name="Google Shape;86;p20"/>
          <p:cNvSpPr txBox="1"/>
          <p:nvPr>
            <p:ph idx="12" type="sldNum"/>
          </p:nvPr>
        </p:nvSpPr>
        <p:spPr>
          <a:xfrm>
            <a:off x="531812" y="787782"/>
            <a:ext cx="77976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A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n blanco" type="blank">
  <p:cSld name="BLANK"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21"/>
          <p:cNvSpPr txBox="1"/>
          <p:nvPr>
            <p:ph idx="10" type="dt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9" name="Google Shape;89;p21"/>
          <p:cNvSpPr txBox="1"/>
          <p:nvPr>
            <p:ph idx="11" type="ftr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0" name="Google Shape;90;p21"/>
          <p:cNvSpPr/>
          <p:nvPr/>
        </p:nvSpPr>
        <p:spPr>
          <a:xfrm flipH="1" rot="10800000">
            <a:off x="-4189" y="714375"/>
            <a:ext cx="1588527" cy="507297"/>
          </a:xfrm>
          <a:custGeom>
            <a:rect b="b" l="l" r="r" t="t"/>
            <a:pathLst>
              <a:path extrusionOk="0" h="10000" w="9248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" name="Google Shape;91;p21"/>
          <p:cNvSpPr txBox="1"/>
          <p:nvPr>
            <p:ph idx="12" type="sldNum"/>
          </p:nvPr>
        </p:nvSpPr>
        <p:spPr>
          <a:xfrm>
            <a:off x="531812" y="787782"/>
            <a:ext cx="77976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A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ido con título" type="objTx">
  <p:cSld name="OBJECT_WITH_CAPTION_TEXT"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22"/>
          <p:cNvSpPr txBox="1"/>
          <p:nvPr>
            <p:ph type="title"/>
          </p:nvPr>
        </p:nvSpPr>
        <p:spPr>
          <a:xfrm>
            <a:off x="2589212" y="446088"/>
            <a:ext cx="3505199" cy="9763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2000"/>
              <a:buFont typeface="Century Gothic"/>
              <a:buNone/>
              <a:defRPr b="0" sz="20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4" name="Google Shape;94;p22"/>
          <p:cNvSpPr txBox="1"/>
          <p:nvPr>
            <p:ph idx="1" type="body"/>
          </p:nvPr>
        </p:nvSpPr>
        <p:spPr>
          <a:xfrm>
            <a:off x="6323012" y="446088"/>
            <a:ext cx="5181600" cy="54149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1pPr>
            <a:lvl2pPr indent="-342900" lvl="1" marL="9144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2pPr>
            <a:lvl3pPr indent="-342900" lvl="2" marL="13716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3pPr>
            <a:lvl4pPr indent="-342900" lvl="3" marL="18288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4pPr>
            <a:lvl5pPr indent="-342900" lvl="4" marL="22860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5pPr>
            <a:lvl6pPr indent="-342900" lvl="5" marL="27432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6pPr>
            <a:lvl7pPr indent="-342900" lvl="6" marL="32004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7pPr>
            <a:lvl8pPr indent="-342900" lvl="7" marL="36576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8pPr>
            <a:lvl9pPr indent="-342900" lvl="8" marL="41148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9pPr>
          </a:lstStyle>
          <a:p/>
        </p:txBody>
      </p:sp>
      <p:sp>
        <p:nvSpPr>
          <p:cNvPr id="95" name="Google Shape;95;p22"/>
          <p:cNvSpPr txBox="1"/>
          <p:nvPr>
            <p:ph idx="2" type="body"/>
          </p:nvPr>
        </p:nvSpPr>
        <p:spPr>
          <a:xfrm>
            <a:off x="2589212" y="1598613"/>
            <a:ext cx="3505199" cy="426243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1000"/>
              </a:spcBef>
              <a:spcAft>
                <a:spcPts val="0"/>
              </a:spcAft>
              <a:buSzPts val="1400"/>
              <a:buNone/>
              <a:defRPr sz="1400"/>
            </a:lvl1pPr>
            <a:lvl2pPr indent="-228600" lvl="1" marL="914400" algn="l">
              <a:spcBef>
                <a:spcPts val="1000"/>
              </a:spcBef>
              <a:spcAft>
                <a:spcPts val="0"/>
              </a:spcAft>
              <a:buSzPts val="1200"/>
              <a:buNone/>
              <a:defRPr sz="1200"/>
            </a:lvl2pPr>
            <a:lvl3pPr indent="-228600" lvl="2" marL="1371600" algn="l">
              <a:spcBef>
                <a:spcPts val="1000"/>
              </a:spcBef>
              <a:spcAft>
                <a:spcPts val="0"/>
              </a:spcAft>
              <a:buSzPts val="1000"/>
              <a:buNone/>
              <a:defRPr sz="1000"/>
            </a:lvl3pPr>
            <a:lvl4pPr indent="-228600" lvl="3" marL="1828800" algn="l">
              <a:spcBef>
                <a:spcPts val="1000"/>
              </a:spcBef>
              <a:spcAft>
                <a:spcPts val="0"/>
              </a:spcAft>
              <a:buSzPts val="900"/>
              <a:buNone/>
              <a:defRPr sz="900"/>
            </a:lvl4pPr>
            <a:lvl5pPr indent="-228600" lvl="4" marL="2286000" algn="l">
              <a:spcBef>
                <a:spcPts val="1000"/>
              </a:spcBef>
              <a:spcAft>
                <a:spcPts val="0"/>
              </a:spcAft>
              <a:buSzPts val="900"/>
              <a:buNone/>
              <a:defRPr sz="900"/>
            </a:lvl5pPr>
            <a:lvl6pPr indent="-228600" lvl="5" marL="2743200" algn="l">
              <a:spcBef>
                <a:spcPts val="1000"/>
              </a:spcBef>
              <a:spcAft>
                <a:spcPts val="0"/>
              </a:spcAft>
              <a:buSzPts val="900"/>
              <a:buNone/>
              <a:defRPr sz="900"/>
            </a:lvl6pPr>
            <a:lvl7pPr indent="-228600" lvl="6" marL="3200400" algn="l">
              <a:spcBef>
                <a:spcPts val="1000"/>
              </a:spcBef>
              <a:spcAft>
                <a:spcPts val="0"/>
              </a:spcAft>
              <a:buSzPts val="900"/>
              <a:buNone/>
              <a:defRPr sz="900"/>
            </a:lvl7pPr>
            <a:lvl8pPr indent="-228600" lvl="7" marL="3657600" algn="l">
              <a:spcBef>
                <a:spcPts val="1000"/>
              </a:spcBef>
              <a:spcAft>
                <a:spcPts val="0"/>
              </a:spcAft>
              <a:buSzPts val="900"/>
              <a:buNone/>
              <a:defRPr sz="900"/>
            </a:lvl8pPr>
            <a:lvl9pPr indent="-228600" lvl="8" marL="4114800" algn="l">
              <a:spcBef>
                <a:spcPts val="1000"/>
              </a:spcBef>
              <a:spcAft>
                <a:spcPts val="0"/>
              </a:spcAft>
              <a:buSzPts val="900"/>
              <a:buNone/>
              <a:defRPr sz="900"/>
            </a:lvl9pPr>
          </a:lstStyle>
          <a:p/>
        </p:txBody>
      </p:sp>
      <p:sp>
        <p:nvSpPr>
          <p:cNvPr id="96" name="Google Shape;96;p22"/>
          <p:cNvSpPr txBox="1"/>
          <p:nvPr>
            <p:ph idx="10" type="dt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7" name="Google Shape;97;p22"/>
          <p:cNvSpPr txBox="1"/>
          <p:nvPr>
            <p:ph idx="11" type="ftr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8" name="Google Shape;98;p22"/>
          <p:cNvSpPr/>
          <p:nvPr/>
        </p:nvSpPr>
        <p:spPr>
          <a:xfrm flipH="1" rot="10800000">
            <a:off x="-4189" y="714375"/>
            <a:ext cx="1588527" cy="507297"/>
          </a:xfrm>
          <a:custGeom>
            <a:rect b="b" l="l" r="r" t="t"/>
            <a:pathLst>
              <a:path extrusionOk="0" h="10000" w="9248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" name="Google Shape;99;p22"/>
          <p:cNvSpPr txBox="1"/>
          <p:nvPr>
            <p:ph idx="12" type="sldNum"/>
          </p:nvPr>
        </p:nvSpPr>
        <p:spPr>
          <a:xfrm>
            <a:off x="531812" y="787782"/>
            <a:ext cx="77976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A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n con título" type="picTx">
  <p:cSld name="PICTURE_WITH_CAPTION_TEXT"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23"/>
          <p:cNvSpPr txBox="1"/>
          <p:nvPr>
            <p:ph type="title"/>
          </p:nvPr>
        </p:nvSpPr>
        <p:spPr>
          <a:xfrm>
            <a:off x="2589213" y="4800600"/>
            <a:ext cx="8915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2400"/>
              <a:buFont typeface="Century Gothic"/>
              <a:buNone/>
              <a:defRPr b="0" sz="24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2" name="Google Shape;102;p23"/>
          <p:cNvSpPr/>
          <p:nvPr>
            <p:ph idx="2" type="pic"/>
          </p:nvPr>
        </p:nvSpPr>
        <p:spPr>
          <a:xfrm>
            <a:off x="2589212" y="634965"/>
            <a:ext cx="8915400" cy="385497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Noto Sans Symbols"/>
              <a:buNone/>
              <a:defRPr b="0" i="0" sz="1600" u="none" cap="none" strike="noStrike">
                <a:solidFill>
                  <a:srgbClr val="3F3F3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lvl="1" marR="0" rtl="0" algn="l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Noto Sans Symbols"/>
              <a:buNone/>
              <a:defRPr b="0" i="0" sz="1600" u="none" cap="none" strike="noStrike">
                <a:solidFill>
                  <a:srgbClr val="3F3F3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lvl="2" marR="0" rtl="0" algn="l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Noto Sans Symbols"/>
              <a:buNone/>
              <a:defRPr b="0" i="0" sz="1600" u="none" cap="none" strike="noStrike">
                <a:solidFill>
                  <a:srgbClr val="3F3F3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lvl="3" marR="0" rtl="0" algn="l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Noto Sans Symbols"/>
              <a:buNone/>
              <a:defRPr b="0" i="0" sz="1600" u="none" cap="none" strike="noStrike">
                <a:solidFill>
                  <a:srgbClr val="3F3F3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lvl="4" marR="0" rtl="0" algn="l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Noto Sans Symbols"/>
              <a:buNone/>
              <a:defRPr b="0" i="0" sz="1600" u="none" cap="none" strike="noStrike">
                <a:solidFill>
                  <a:srgbClr val="3F3F3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lvl="5" marR="0" rtl="0" algn="l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Noto Sans Symbols"/>
              <a:buNone/>
              <a:defRPr b="0" i="0" sz="1600" u="none" cap="none" strike="noStrike">
                <a:solidFill>
                  <a:srgbClr val="3F3F3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lvl="6" marR="0" rtl="0" algn="l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Noto Sans Symbols"/>
              <a:buNone/>
              <a:defRPr b="0" i="0" sz="1600" u="none" cap="none" strike="noStrike">
                <a:solidFill>
                  <a:srgbClr val="3F3F3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lvl="7" marR="0" rtl="0" algn="l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Noto Sans Symbols"/>
              <a:buNone/>
              <a:defRPr b="0" i="0" sz="1600" u="none" cap="none" strike="noStrike">
                <a:solidFill>
                  <a:srgbClr val="3F3F3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lvl="8" marR="0" rtl="0" algn="l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Noto Sans Symbols"/>
              <a:buNone/>
              <a:defRPr b="0" i="0" sz="1600" u="none" cap="none" strike="noStrike">
                <a:solidFill>
                  <a:srgbClr val="3F3F3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/>
        </p:txBody>
      </p:sp>
      <p:sp>
        <p:nvSpPr>
          <p:cNvPr id="103" name="Google Shape;103;p23"/>
          <p:cNvSpPr txBox="1"/>
          <p:nvPr>
            <p:ph idx="1" type="body"/>
          </p:nvPr>
        </p:nvSpPr>
        <p:spPr>
          <a:xfrm>
            <a:off x="2589213" y="5367338"/>
            <a:ext cx="8915400" cy="4937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1000"/>
              </a:spcBef>
              <a:spcAft>
                <a:spcPts val="0"/>
              </a:spcAft>
              <a:buSzPts val="1200"/>
              <a:buNone/>
              <a:defRPr sz="1200"/>
            </a:lvl1pPr>
            <a:lvl2pPr indent="-228600" lvl="1" marL="914400" algn="l">
              <a:spcBef>
                <a:spcPts val="1000"/>
              </a:spcBef>
              <a:spcAft>
                <a:spcPts val="0"/>
              </a:spcAft>
              <a:buSzPts val="1200"/>
              <a:buNone/>
              <a:defRPr sz="1200"/>
            </a:lvl2pPr>
            <a:lvl3pPr indent="-228600" lvl="2" marL="1371600" algn="l">
              <a:spcBef>
                <a:spcPts val="1000"/>
              </a:spcBef>
              <a:spcAft>
                <a:spcPts val="0"/>
              </a:spcAft>
              <a:buSzPts val="1000"/>
              <a:buNone/>
              <a:defRPr sz="1000"/>
            </a:lvl3pPr>
            <a:lvl4pPr indent="-228600" lvl="3" marL="1828800" algn="l">
              <a:spcBef>
                <a:spcPts val="1000"/>
              </a:spcBef>
              <a:spcAft>
                <a:spcPts val="0"/>
              </a:spcAft>
              <a:buSzPts val="900"/>
              <a:buNone/>
              <a:defRPr sz="900"/>
            </a:lvl4pPr>
            <a:lvl5pPr indent="-228600" lvl="4" marL="2286000" algn="l">
              <a:spcBef>
                <a:spcPts val="1000"/>
              </a:spcBef>
              <a:spcAft>
                <a:spcPts val="0"/>
              </a:spcAft>
              <a:buSzPts val="900"/>
              <a:buNone/>
              <a:defRPr sz="900"/>
            </a:lvl5pPr>
            <a:lvl6pPr indent="-228600" lvl="5" marL="2743200" algn="l">
              <a:spcBef>
                <a:spcPts val="1000"/>
              </a:spcBef>
              <a:spcAft>
                <a:spcPts val="0"/>
              </a:spcAft>
              <a:buSzPts val="900"/>
              <a:buNone/>
              <a:defRPr sz="900"/>
            </a:lvl6pPr>
            <a:lvl7pPr indent="-228600" lvl="6" marL="3200400" algn="l">
              <a:spcBef>
                <a:spcPts val="1000"/>
              </a:spcBef>
              <a:spcAft>
                <a:spcPts val="0"/>
              </a:spcAft>
              <a:buSzPts val="900"/>
              <a:buNone/>
              <a:defRPr sz="900"/>
            </a:lvl7pPr>
            <a:lvl8pPr indent="-228600" lvl="7" marL="3657600" algn="l">
              <a:spcBef>
                <a:spcPts val="1000"/>
              </a:spcBef>
              <a:spcAft>
                <a:spcPts val="0"/>
              </a:spcAft>
              <a:buSzPts val="900"/>
              <a:buNone/>
              <a:defRPr sz="900"/>
            </a:lvl8pPr>
            <a:lvl9pPr indent="-228600" lvl="8" marL="4114800" algn="l">
              <a:spcBef>
                <a:spcPts val="1000"/>
              </a:spcBef>
              <a:spcAft>
                <a:spcPts val="0"/>
              </a:spcAft>
              <a:buSzPts val="900"/>
              <a:buNone/>
              <a:defRPr sz="900"/>
            </a:lvl9pPr>
          </a:lstStyle>
          <a:p/>
        </p:txBody>
      </p:sp>
      <p:sp>
        <p:nvSpPr>
          <p:cNvPr id="104" name="Google Shape;104;p23"/>
          <p:cNvSpPr txBox="1"/>
          <p:nvPr>
            <p:ph idx="10" type="dt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5" name="Google Shape;105;p23"/>
          <p:cNvSpPr txBox="1"/>
          <p:nvPr>
            <p:ph idx="11" type="ftr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6" name="Google Shape;106;p23"/>
          <p:cNvSpPr/>
          <p:nvPr/>
        </p:nvSpPr>
        <p:spPr>
          <a:xfrm flipH="1" rot="10800000">
            <a:off x="-4189" y="4911725"/>
            <a:ext cx="1588527" cy="507297"/>
          </a:xfrm>
          <a:custGeom>
            <a:rect b="b" l="l" r="r" t="t"/>
            <a:pathLst>
              <a:path extrusionOk="0" h="10000" w="9248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" name="Google Shape;107;p23"/>
          <p:cNvSpPr txBox="1"/>
          <p:nvPr>
            <p:ph idx="12" type="sldNum"/>
          </p:nvPr>
        </p:nvSpPr>
        <p:spPr>
          <a:xfrm>
            <a:off x="531812" y="4983087"/>
            <a:ext cx="77976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A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y descripción">
  <p:cSld name="Título y descripción"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24"/>
          <p:cNvSpPr txBox="1"/>
          <p:nvPr>
            <p:ph type="title"/>
          </p:nvPr>
        </p:nvSpPr>
        <p:spPr>
          <a:xfrm>
            <a:off x="2589212" y="609600"/>
            <a:ext cx="8915399" cy="3117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4800"/>
              <a:buFont typeface="Century Gothic"/>
              <a:buNone/>
              <a:defRPr b="0" sz="4800" cap="none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0" name="Google Shape;110;p24"/>
          <p:cNvSpPr txBox="1"/>
          <p:nvPr>
            <p:ph idx="1" type="body"/>
          </p:nvPr>
        </p:nvSpPr>
        <p:spPr>
          <a:xfrm>
            <a:off x="2589212" y="4354046"/>
            <a:ext cx="8915399" cy="155586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1000"/>
              </a:spcBef>
              <a:spcAft>
                <a:spcPts val="0"/>
              </a:spcAft>
              <a:buSzPts val="1800"/>
              <a:buNone/>
              <a:defRPr sz="1800">
                <a:solidFill>
                  <a:srgbClr val="595959"/>
                </a:solidFill>
              </a:defRPr>
            </a:lvl1pPr>
            <a:lvl2pPr indent="-228600" lvl="1" marL="914400" algn="l">
              <a:spcBef>
                <a:spcPts val="1000"/>
              </a:spcBef>
              <a:spcAft>
                <a:spcPts val="0"/>
              </a:spcAft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1000"/>
              </a:spcBef>
              <a:spcAft>
                <a:spcPts val="0"/>
              </a:spcAft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10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10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10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10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10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10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11" name="Google Shape;111;p24"/>
          <p:cNvSpPr txBox="1"/>
          <p:nvPr>
            <p:ph idx="10" type="dt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2" name="Google Shape;112;p24"/>
          <p:cNvSpPr txBox="1"/>
          <p:nvPr>
            <p:ph idx="11" type="ftr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3" name="Google Shape;113;p24"/>
          <p:cNvSpPr/>
          <p:nvPr/>
        </p:nvSpPr>
        <p:spPr>
          <a:xfrm flipH="1" rot="10800000">
            <a:off x="-4189" y="3178175"/>
            <a:ext cx="1588527" cy="507297"/>
          </a:xfrm>
          <a:custGeom>
            <a:rect b="b" l="l" r="r" t="t"/>
            <a:pathLst>
              <a:path extrusionOk="0" h="10000" w="9248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4" name="Google Shape;114;p24"/>
          <p:cNvSpPr txBox="1"/>
          <p:nvPr>
            <p:ph idx="12" type="sldNum"/>
          </p:nvPr>
        </p:nvSpPr>
        <p:spPr>
          <a:xfrm>
            <a:off x="531812" y="3244139"/>
            <a:ext cx="77976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A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ita con descripción">
  <p:cSld name="Cita con descripción"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25"/>
          <p:cNvSpPr txBox="1"/>
          <p:nvPr>
            <p:ph type="title"/>
          </p:nvPr>
        </p:nvSpPr>
        <p:spPr>
          <a:xfrm>
            <a:off x="2849949" y="609600"/>
            <a:ext cx="8393926" cy="2895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4800"/>
              <a:buFont typeface="Century Gothic"/>
              <a:buNone/>
              <a:defRPr b="0" sz="4800" cap="none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7" name="Google Shape;117;p25"/>
          <p:cNvSpPr txBox="1"/>
          <p:nvPr>
            <p:ph idx="1" type="body"/>
          </p:nvPr>
        </p:nvSpPr>
        <p:spPr>
          <a:xfrm>
            <a:off x="3275012" y="3505200"/>
            <a:ext cx="7536554" cy="3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1000"/>
              </a:spcBef>
              <a:spcAft>
                <a:spcPts val="0"/>
              </a:spcAft>
              <a:buSzPts val="1600"/>
              <a:buFont typeface="Century Gothic"/>
              <a:buNone/>
              <a:defRPr sz="1600">
                <a:solidFill>
                  <a:srgbClr val="7F7F7F"/>
                </a:solidFill>
              </a:defRPr>
            </a:lvl1pPr>
            <a:lvl2pPr indent="-228600" lvl="1" marL="914400" algn="l">
              <a:spcBef>
                <a:spcPts val="1000"/>
              </a:spcBef>
              <a:spcAft>
                <a:spcPts val="0"/>
              </a:spcAft>
              <a:buSzPts val="1600"/>
              <a:buFont typeface="Century Gothic"/>
              <a:buNone/>
              <a:defRPr/>
            </a:lvl2pPr>
            <a:lvl3pPr indent="-228600" lvl="2" marL="1371600" algn="l">
              <a:spcBef>
                <a:spcPts val="1000"/>
              </a:spcBef>
              <a:spcAft>
                <a:spcPts val="0"/>
              </a:spcAft>
              <a:buSzPts val="1400"/>
              <a:buFont typeface="Century Gothic"/>
              <a:buNone/>
              <a:defRPr/>
            </a:lvl3pPr>
            <a:lvl4pPr indent="-228600" lvl="3" marL="1828800" algn="l">
              <a:spcBef>
                <a:spcPts val="1000"/>
              </a:spcBef>
              <a:spcAft>
                <a:spcPts val="0"/>
              </a:spcAft>
              <a:buSzPts val="1200"/>
              <a:buFont typeface="Century Gothic"/>
              <a:buNone/>
              <a:defRPr/>
            </a:lvl4pPr>
            <a:lvl5pPr indent="-228600" lvl="4" marL="2286000" algn="l">
              <a:spcBef>
                <a:spcPts val="1000"/>
              </a:spcBef>
              <a:spcAft>
                <a:spcPts val="0"/>
              </a:spcAft>
              <a:buSzPts val="1200"/>
              <a:buFont typeface="Century Gothic"/>
              <a:buNone/>
              <a:defRPr/>
            </a:lvl5pPr>
            <a:lvl6pPr indent="-342900" lvl="5" marL="27432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6pPr>
            <a:lvl7pPr indent="-342900" lvl="6" marL="32004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7pPr>
            <a:lvl8pPr indent="-342900" lvl="7" marL="36576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8pPr>
            <a:lvl9pPr indent="-342900" lvl="8" marL="41148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9pPr>
          </a:lstStyle>
          <a:p/>
        </p:txBody>
      </p:sp>
      <p:sp>
        <p:nvSpPr>
          <p:cNvPr id="118" name="Google Shape;118;p25"/>
          <p:cNvSpPr txBox="1"/>
          <p:nvPr>
            <p:ph idx="2" type="body"/>
          </p:nvPr>
        </p:nvSpPr>
        <p:spPr>
          <a:xfrm>
            <a:off x="2589212" y="4354046"/>
            <a:ext cx="8915399" cy="155586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1000"/>
              </a:spcBef>
              <a:spcAft>
                <a:spcPts val="0"/>
              </a:spcAft>
              <a:buSzPts val="1800"/>
              <a:buNone/>
              <a:defRPr sz="1800">
                <a:solidFill>
                  <a:srgbClr val="595959"/>
                </a:solidFill>
              </a:defRPr>
            </a:lvl1pPr>
            <a:lvl2pPr indent="-228600" lvl="1" marL="914400" algn="l">
              <a:spcBef>
                <a:spcPts val="1000"/>
              </a:spcBef>
              <a:spcAft>
                <a:spcPts val="0"/>
              </a:spcAft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1000"/>
              </a:spcBef>
              <a:spcAft>
                <a:spcPts val="0"/>
              </a:spcAft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10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10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10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10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10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10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19" name="Google Shape;119;p25"/>
          <p:cNvSpPr txBox="1"/>
          <p:nvPr>
            <p:ph idx="10" type="dt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0" name="Google Shape;120;p25"/>
          <p:cNvSpPr txBox="1"/>
          <p:nvPr>
            <p:ph idx="11" type="ftr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1" name="Google Shape;121;p25"/>
          <p:cNvSpPr/>
          <p:nvPr/>
        </p:nvSpPr>
        <p:spPr>
          <a:xfrm flipH="1" rot="10800000">
            <a:off x="-4189" y="3178175"/>
            <a:ext cx="1588527" cy="507297"/>
          </a:xfrm>
          <a:custGeom>
            <a:rect b="b" l="l" r="r" t="t"/>
            <a:pathLst>
              <a:path extrusionOk="0" h="10000" w="9248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2" name="Google Shape;122;p25"/>
          <p:cNvSpPr txBox="1"/>
          <p:nvPr>
            <p:ph idx="12" type="sldNum"/>
          </p:nvPr>
        </p:nvSpPr>
        <p:spPr>
          <a:xfrm>
            <a:off x="531812" y="3244139"/>
            <a:ext cx="77976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AR"/>
              <a:t>‹#›</a:t>
            </a:fld>
            <a:endParaRPr/>
          </a:p>
        </p:txBody>
      </p:sp>
      <p:sp>
        <p:nvSpPr>
          <p:cNvPr id="123" name="Google Shape;123;p25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AR" sz="80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rPr>
              <a:t>“</a:t>
            </a:r>
            <a:endParaRPr/>
          </a:p>
        </p:txBody>
      </p:sp>
      <p:sp>
        <p:nvSpPr>
          <p:cNvPr id="124" name="Google Shape;124;p25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AR" sz="80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rPr>
              <a:t>”</a:t>
            </a:r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rjeta de nombre">
  <p:cSld name="Tarjeta de nombre"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26"/>
          <p:cNvSpPr txBox="1"/>
          <p:nvPr>
            <p:ph type="title"/>
          </p:nvPr>
        </p:nvSpPr>
        <p:spPr>
          <a:xfrm>
            <a:off x="2589213" y="2438400"/>
            <a:ext cx="8915400" cy="272484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4800"/>
              <a:buFont typeface="Century Gothic"/>
              <a:buNone/>
              <a:defRPr b="0" sz="48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7" name="Google Shape;127;p26"/>
          <p:cNvSpPr txBox="1"/>
          <p:nvPr>
            <p:ph idx="1" type="body"/>
          </p:nvPr>
        </p:nvSpPr>
        <p:spPr>
          <a:xfrm>
            <a:off x="2589213" y="5181600"/>
            <a:ext cx="8915400" cy="72962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1000"/>
              </a:spcBef>
              <a:spcAft>
                <a:spcPts val="0"/>
              </a:spcAft>
              <a:buSzPts val="1800"/>
              <a:buNone/>
              <a:defRPr>
                <a:solidFill>
                  <a:srgbClr val="595959"/>
                </a:solidFill>
              </a:defRPr>
            </a:lvl1pPr>
            <a:lvl2pPr indent="-342900" lvl="1" marL="9144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2pPr>
            <a:lvl3pPr indent="-342900" lvl="2" marL="13716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3pPr>
            <a:lvl4pPr indent="-342900" lvl="3" marL="18288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4pPr>
            <a:lvl5pPr indent="-342900" lvl="4" marL="22860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5pPr>
            <a:lvl6pPr indent="-342900" lvl="5" marL="27432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6pPr>
            <a:lvl7pPr indent="-342900" lvl="6" marL="32004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7pPr>
            <a:lvl8pPr indent="-342900" lvl="7" marL="36576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8pPr>
            <a:lvl9pPr indent="-342900" lvl="8" marL="41148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9pPr>
          </a:lstStyle>
          <a:p/>
        </p:txBody>
      </p:sp>
      <p:sp>
        <p:nvSpPr>
          <p:cNvPr id="128" name="Google Shape;128;p26"/>
          <p:cNvSpPr txBox="1"/>
          <p:nvPr>
            <p:ph idx="10" type="dt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9" name="Google Shape;129;p26"/>
          <p:cNvSpPr txBox="1"/>
          <p:nvPr>
            <p:ph idx="11" type="ftr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0" name="Google Shape;130;p26"/>
          <p:cNvSpPr/>
          <p:nvPr/>
        </p:nvSpPr>
        <p:spPr>
          <a:xfrm flipH="1" rot="10800000">
            <a:off x="-4189" y="4911725"/>
            <a:ext cx="1588527" cy="507297"/>
          </a:xfrm>
          <a:custGeom>
            <a:rect b="b" l="l" r="r" t="t"/>
            <a:pathLst>
              <a:path extrusionOk="0" h="10000" w="9248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1" name="Google Shape;131;p26"/>
          <p:cNvSpPr txBox="1"/>
          <p:nvPr>
            <p:ph idx="12" type="sldNum"/>
          </p:nvPr>
        </p:nvSpPr>
        <p:spPr>
          <a:xfrm>
            <a:off x="531812" y="4983087"/>
            <a:ext cx="77976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A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itar la tarjeta de nombre">
  <p:cSld name="Citar la tarjeta de nombre"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27"/>
          <p:cNvSpPr txBox="1"/>
          <p:nvPr>
            <p:ph type="title"/>
          </p:nvPr>
        </p:nvSpPr>
        <p:spPr>
          <a:xfrm>
            <a:off x="2849949" y="609600"/>
            <a:ext cx="8393926" cy="2895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4800"/>
              <a:buFont typeface="Century Gothic"/>
              <a:buNone/>
              <a:defRPr b="0" sz="4800" cap="none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4" name="Google Shape;134;p27"/>
          <p:cNvSpPr txBox="1"/>
          <p:nvPr>
            <p:ph idx="1" type="body"/>
          </p:nvPr>
        </p:nvSpPr>
        <p:spPr>
          <a:xfrm>
            <a:off x="2589212" y="4343400"/>
            <a:ext cx="8915400" cy="838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1000"/>
              </a:spcBef>
              <a:spcAft>
                <a:spcPts val="0"/>
              </a:spcAft>
              <a:buSzPts val="2400"/>
              <a:buFont typeface="Century Gothic"/>
              <a:buNone/>
              <a:defRPr sz="2400">
                <a:solidFill>
                  <a:schemeClr val="accent1"/>
                </a:solidFill>
              </a:defRPr>
            </a:lvl1pPr>
            <a:lvl2pPr indent="-228600" lvl="1" marL="914400" algn="l">
              <a:spcBef>
                <a:spcPts val="1000"/>
              </a:spcBef>
              <a:spcAft>
                <a:spcPts val="0"/>
              </a:spcAft>
              <a:buSzPts val="1600"/>
              <a:buFont typeface="Century Gothic"/>
              <a:buNone/>
              <a:defRPr/>
            </a:lvl2pPr>
            <a:lvl3pPr indent="-228600" lvl="2" marL="1371600" algn="l">
              <a:spcBef>
                <a:spcPts val="1000"/>
              </a:spcBef>
              <a:spcAft>
                <a:spcPts val="0"/>
              </a:spcAft>
              <a:buSzPts val="1400"/>
              <a:buFont typeface="Century Gothic"/>
              <a:buNone/>
              <a:defRPr/>
            </a:lvl3pPr>
            <a:lvl4pPr indent="-228600" lvl="3" marL="1828800" algn="l">
              <a:spcBef>
                <a:spcPts val="1000"/>
              </a:spcBef>
              <a:spcAft>
                <a:spcPts val="0"/>
              </a:spcAft>
              <a:buSzPts val="1200"/>
              <a:buFont typeface="Century Gothic"/>
              <a:buNone/>
              <a:defRPr/>
            </a:lvl4pPr>
            <a:lvl5pPr indent="-228600" lvl="4" marL="2286000" algn="l">
              <a:spcBef>
                <a:spcPts val="1000"/>
              </a:spcBef>
              <a:spcAft>
                <a:spcPts val="0"/>
              </a:spcAft>
              <a:buSzPts val="1200"/>
              <a:buFont typeface="Century Gothic"/>
              <a:buNone/>
              <a:defRPr/>
            </a:lvl5pPr>
            <a:lvl6pPr indent="-342900" lvl="5" marL="27432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6pPr>
            <a:lvl7pPr indent="-342900" lvl="6" marL="32004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7pPr>
            <a:lvl8pPr indent="-342900" lvl="7" marL="36576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8pPr>
            <a:lvl9pPr indent="-342900" lvl="8" marL="41148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9pPr>
          </a:lstStyle>
          <a:p/>
        </p:txBody>
      </p:sp>
      <p:sp>
        <p:nvSpPr>
          <p:cNvPr id="135" name="Google Shape;135;p27"/>
          <p:cNvSpPr txBox="1"/>
          <p:nvPr>
            <p:ph idx="2" type="body"/>
          </p:nvPr>
        </p:nvSpPr>
        <p:spPr>
          <a:xfrm>
            <a:off x="2589213" y="5181600"/>
            <a:ext cx="8915400" cy="72962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1000"/>
              </a:spcBef>
              <a:spcAft>
                <a:spcPts val="0"/>
              </a:spcAft>
              <a:buSzPts val="1800"/>
              <a:buNone/>
              <a:defRPr>
                <a:solidFill>
                  <a:srgbClr val="595959"/>
                </a:solidFill>
              </a:defRPr>
            </a:lvl1pPr>
            <a:lvl2pPr indent="-342900" lvl="1" marL="9144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2pPr>
            <a:lvl3pPr indent="-342900" lvl="2" marL="13716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3pPr>
            <a:lvl4pPr indent="-342900" lvl="3" marL="18288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4pPr>
            <a:lvl5pPr indent="-342900" lvl="4" marL="22860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5pPr>
            <a:lvl6pPr indent="-342900" lvl="5" marL="27432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6pPr>
            <a:lvl7pPr indent="-342900" lvl="6" marL="32004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7pPr>
            <a:lvl8pPr indent="-342900" lvl="7" marL="36576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8pPr>
            <a:lvl9pPr indent="-342900" lvl="8" marL="41148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9pPr>
          </a:lstStyle>
          <a:p/>
        </p:txBody>
      </p:sp>
      <p:sp>
        <p:nvSpPr>
          <p:cNvPr id="136" name="Google Shape;136;p27"/>
          <p:cNvSpPr txBox="1"/>
          <p:nvPr>
            <p:ph idx="10" type="dt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7" name="Google Shape;137;p27"/>
          <p:cNvSpPr txBox="1"/>
          <p:nvPr>
            <p:ph idx="11" type="ftr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8" name="Google Shape;138;p27"/>
          <p:cNvSpPr/>
          <p:nvPr/>
        </p:nvSpPr>
        <p:spPr>
          <a:xfrm flipH="1" rot="10800000">
            <a:off x="-4189" y="4911725"/>
            <a:ext cx="1588527" cy="507297"/>
          </a:xfrm>
          <a:custGeom>
            <a:rect b="b" l="l" r="r" t="t"/>
            <a:pathLst>
              <a:path extrusionOk="0" h="10000" w="9248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9" name="Google Shape;139;p27"/>
          <p:cNvSpPr txBox="1"/>
          <p:nvPr>
            <p:ph idx="12" type="sldNum"/>
          </p:nvPr>
        </p:nvSpPr>
        <p:spPr>
          <a:xfrm>
            <a:off x="531812" y="4983087"/>
            <a:ext cx="77976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AR"/>
              <a:t>‹#›</a:t>
            </a:fld>
            <a:endParaRPr/>
          </a:p>
        </p:txBody>
      </p:sp>
      <p:sp>
        <p:nvSpPr>
          <p:cNvPr id="140" name="Google Shape;140;p27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AR" sz="80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rPr>
              <a:t>“</a:t>
            </a:r>
            <a:endParaRPr/>
          </a:p>
        </p:txBody>
      </p:sp>
      <p:sp>
        <p:nvSpPr>
          <p:cNvPr id="141" name="Google Shape;141;p27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AR" sz="80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rPr>
              <a:t>”</a:t>
            </a:r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dadero o falso">
  <p:cSld name="Verdadero o falso"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28"/>
          <p:cNvSpPr txBox="1"/>
          <p:nvPr>
            <p:ph type="title"/>
          </p:nvPr>
        </p:nvSpPr>
        <p:spPr>
          <a:xfrm>
            <a:off x="2589212" y="627407"/>
            <a:ext cx="8915399" cy="28800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4800"/>
              <a:buFont typeface="Century Gothic"/>
              <a:buNone/>
              <a:defRPr b="0" sz="48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4" name="Google Shape;144;p28"/>
          <p:cNvSpPr txBox="1"/>
          <p:nvPr>
            <p:ph idx="1" type="body"/>
          </p:nvPr>
        </p:nvSpPr>
        <p:spPr>
          <a:xfrm>
            <a:off x="2589212" y="4343400"/>
            <a:ext cx="8915400" cy="838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1000"/>
              </a:spcBef>
              <a:spcAft>
                <a:spcPts val="0"/>
              </a:spcAft>
              <a:buSzPts val="2400"/>
              <a:buFont typeface="Century Gothic"/>
              <a:buNone/>
              <a:defRPr sz="2400">
                <a:solidFill>
                  <a:schemeClr val="accent1"/>
                </a:solidFill>
              </a:defRPr>
            </a:lvl1pPr>
            <a:lvl2pPr indent="-228600" lvl="1" marL="914400" algn="l">
              <a:spcBef>
                <a:spcPts val="1000"/>
              </a:spcBef>
              <a:spcAft>
                <a:spcPts val="0"/>
              </a:spcAft>
              <a:buSzPts val="1600"/>
              <a:buFont typeface="Century Gothic"/>
              <a:buNone/>
              <a:defRPr/>
            </a:lvl2pPr>
            <a:lvl3pPr indent="-228600" lvl="2" marL="1371600" algn="l">
              <a:spcBef>
                <a:spcPts val="1000"/>
              </a:spcBef>
              <a:spcAft>
                <a:spcPts val="0"/>
              </a:spcAft>
              <a:buSzPts val="1400"/>
              <a:buFont typeface="Century Gothic"/>
              <a:buNone/>
              <a:defRPr/>
            </a:lvl3pPr>
            <a:lvl4pPr indent="-228600" lvl="3" marL="1828800" algn="l">
              <a:spcBef>
                <a:spcPts val="1000"/>
              </a:spcBef>
              <a:spcAft>
                <a:spcPts val="0"/>
              </a:spcAft>
              <a:buSzPts val="1200"/>
              <a:buFont typeface="Century Gothic"/>
              <a:buNone/>
              <a:defRPr/>
            </a:lvl4pPr>
            <a:lvl5pPr indent="-228600" lvl="4" marL="2286000" algn="l">
              <a:spcBef>
                <a:spcPts val="1000"/>
              </a:spcBef>
              <a:spcAft>
                <a:spcPts val="0"/>
              </a:spcAft>
              <a:buSzPts val="1200"/>
              <a:buFont typeface="Century Gothic"/>
              <a:buNone/>
              <a:defRPr/>
            </a:lvl5pPr>
            <a:lvl6pPr indent="-342900" lvl="5" marL="27432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6pPr>
            <a:lvl7pPr indent="-342900" lvl="6" marL="32004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7pPr>
            <a:lvl8pPr indent="-342900" lvl="7" marL="36576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8pPr>
            <a:lvl9pPr indent="-342900" lvl="8" marL="41148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9pPr>
          </a:lstStyle>
          <a:p/>
        </p:txBody>
      </p:sp>
      <p:sp>
        <p:nvSpPr>
          <p:cNvPr id="145" name="Google Shape;145;p28"/>
          <p:cNvSpPr txBox="1"/>
          <p:nvPr>
            <p:ph idx="2" type="body"/>
          </p:nvPr>
        </p:nvSpPr>
        <p:spPr>
          <a:xfrm>
            <a:off x="2589213" y="5181600"/>
            <a:ext cx="8915400" cy="72962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1000"/>
              </a:spcBef>
              <a:spcAft>
                <a:spcPts val="0"/>
              </a:spcAft>
              <a:buSzPts val="1800"/>
              <a:buNone/>
              <a:defRPr>
                <a:solidFill>
                  <a:srgbClr val="595959"/>
                </a:solidFill>
              </a:defRPr>
            </a:lvl1pPr>
            <a:lvl2pPr indent="-342900" lvl="1" marL="9144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2pPr>
            <a:lvl3pPr indent="-342900" lvl="2" marL="13716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3pPr>
            <a:lvl4pPr indent="-342900" lvl="3" marL="18288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4pPr>
            <a:lvl5pPr indent="-342900" lvl="4" marL="22860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5pPr>
            <a:lvl6pPr indent="-342900" lvl="5" marL="27432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6pPr>
            <a:lvl7pPr indent="-342900" lvl="6" marL="32004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7pPr>
            <a:lvl8pPr indent="-342900" lvl="7" marL="36576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8pPr>
            <a:lvl9pPr indent="-342900" lvl="8" marL="41148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9pPr>
          </a:lstStyle>
          <a:p/>
        </p:txBody>
      </p:sp>
      <p:sp>
        <p:nvSpPr>
          <p:cNvPr id="146" name="Google Shape;146;p28"/>
          <p:cNvSpPr txBox="1"/>
          <p:nvPr>
            <p:ph idx="10" type="dt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7" name="Google Shape;147;p28"/>
          <p:cNvSpPr txBox="1"/>
          <p:nvPr>
            <p:ph idx="11" type="ftr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8" name="Google Shape;148;p28"/>
          <p:cNvSpPr/>
          <p:nvPr/>
        </p:nvSpPr>
        <p:spPr>
          <a:xfrm flipH="1" rot="10800000">
            <a:off x="-4189" y="4911725"/>
            <a:ext cx="1588527" cy="507297"/>
          </a:xfrm>
          <a:custGeom>
            <a:rect b="b" l="l" r="r" t="t"/>
            <a:pathLst>
              <a:path extrusionOk="0" h="10000" w="9248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9" name="Google Shape;149;p28"/>
          <p:cNvSpPr txBox="1"/>
          <p:nvPr>
            <p:ph idx="12" type="sldNum"/>
          </p:nvPr>
        </p:nvSpPr>
        <p:spPr>
          <a:xfrm>
            <a:off x="531812" y="4983087"/>
            <a:ext cx="77976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A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y texto vertical" type="vertTx">
  <p:cSld name="VERTICAL_TEXT"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29"/>
          <p:cNvSpPr txBox="1"/>
          <p:nvPr>
            <p:ph type="title"/>
          </p:nvPr>
        </p:nvSpPr>
        <p:spPr>
          <a:xfrm>
            <a:off x="2592924" y="624110"/>
            <a:ext cx="8911687" cy="128089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2" name="Google Shape;152;p29"/>
          <p:cNvSpPr txBox="1"/>
          <p:nvPr>
            <p:ph idx="1" type="body"/>
          </p:nvPr>
        </p:nvSpPr>
        <p:spPr>
          <a:xfrm rot="5400000">
            <a:off x="5103812" y="-381000"/>
            <a:ext cx="3886200" cy="89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1pPr>
            <a:lvl2pPr indent="-342900" lvl="1" marL="9144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2pPr>
            <a:lvl3pPr indent="-342900" lvl="2" marL="13716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3pPr>
            <a:lvl4pPr indent="-342900" lvl="3" marL="18288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4pPr>
            <a:lvl5pPr indent="-342900" lvl="4" marL="22860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5pPr>
            <a:lvl6pPr indent="-342900" lvl="5" marL="27432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6pPr>
            <a:lvl7pPr indent="-342900" lvl="6" marL="32004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7pPr>
            <a:lvl8pPr indent="-342900" lvl="7" marL="36576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8pPr>
            <a:lvl9pPr indent="-342900" lvl="8" marL="41148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9pPr>
          </a:lstStyle>
          <a:p/>
        </p:txBody>
      </p:sp>
      <p:sp>
        <p:nvSpPr>
          <p:cNvPr id="153" name="Google Shape;153;p29"/>
          <p:cNvSpPr txBox="1"/>
          <p:nvPr>
            <p:ph idx="10" type="dt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4" name="Google Shape;154;p29"/>
          <p:cNvSpPr txBox="1"/>
          <p:nvPr>
            <p:ph idx="11" type="ftr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5" name="Google Shape;155;p29"/>
          <p:cNvSpPr/>
          <p:nvPr/>
        </p:nvSpPr>
        <p:spPr>
          <a:xfrm flipH="1" rot="10800000">
            <a:off x="-4189" y="714375"/>
            <a:ext cx="1588527" cy="507297"/>
          </a:xfrm>
          <a:custGeom>
            <a:rect b="b" l="l" r="r" t="t"/>
            <a:pathLst>
              <a:path extrusionOk="0" h="10000" w="9248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6" name="Google Shape;156;p29"/>
          <p:cNvSpPr txBox="1"/>
          <p:nvPr>
            <p:ph idx="12" type="sldNum"/>
          </p:nvPr>
        </p:nvSpPr>
        <p:spPr>
          <a:xfrm>
            <a:off x="531812" y="787782"/>
            <a:ext cx="77976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A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vertical y texto" type="vertTitleAndTx">
  <p:cSld name="VERTICAL_TITLE_AND_VERTICAL_TEXT"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30"/>
          <p:cNvSpPr txBox="1"/>
          <p:nvPr>
            <p:ph type="title"/>
          </p:nvPr>
        </p:nvSpPr>
        <p:spPr>
          <a:xfrm rot="5400000">
            <a:off x="7756704" y="2165513"/>
            <a:ext cx="5283817" cy="220760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9" name="Google Shape;159;p30"/>
          <p:cNvSpPr txBox="1"/>
          <p:nvPr>
            <p:ph idx="1" type="body"/>
          </p:nvPr>
        </p:nvSpPr>
        <p:spPr>
          <a:xfrm rot="5400000">
            <a:off x="3185803" y="30814"/>
            <a:ext cx="5283817" cy="6477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1pPr>
            <a:lvl2pPr indent="-342900" lvl="1" marL="9144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2pPr>
            <a:lvl3pPr indent="-342900" lvl="2" marL="13716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3pPr>
            <a:lvl4pPr indent="-342900" lvl="3" marL="18288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4pPr>
            <a:lvl5pPr indent="-342900" lvl="4" marL="22860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5pPr>
            <a:lvl6pPr indent="-342900" lvl="5" marL="27432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6pPr>
            <a:lvl7pPr indent="-342900" lvl="6" marL="32004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7pPr>
            <a:lvl8pPr indent="-342900" lvl="7" marL="36576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8pPr>
            <a:lvl9pPr indent="-342900" lvl="8" marL="41148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9pPr>
          </a:lstStyle>
          <a:p/>
        </p:txBody>
      </p:sp>
      <p:sp>
        <p:nvSpPr>
          <p:cNvPr id="160" name="Google Shape;160;p30"/>
          <p:cNvSpPr txBox="1"/>
          <p:nvPr>
            <p:ph idx="10" type="dt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1" name="Google Shape;161;p30"/>
          <p:cNvSpPr txBox="1"/>
          <p:nvPr>
            <p:ph idx="11" type="ftr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2" name="Google Shape;162;p30"/>
          <p:cNvSpPr/>
          <p:nvPr/>
        </p:nvSpPr>
        <p:spPr>
          <a:xfrm flipH="1" rot="10800000">
            <a:off x="-4189" y="714375"/>
            <a:ext cx="1588527" cy="507297"/>
          </a:xfrm>
          <a:custGeom>
            <a:rect b="b" l="l" r="r" t="t"/>
            <a:pathLst>
              <a:path extrusionOk="0" h="10000" w="9248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3" name="Google Shape;163;p30"/>
          <p:cNvSpPr txBox="1"/>
          <p:nvPr>
            <p:ph idx="12" type="sldNum"/>
          </p:nvPr>
        </p:nvSpPr>
        <p:spPr>
          <a:xfrm>
            <a:off x="531812" y="787782"/>
            <a:ext cx="77976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AR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7" Type="http://schemas.openxmlformats.org/officeDocument/2006/relationships/theme" Target="../theme/theme1.xml"/><Relationship Id="rId16" Type="http://schemas.openxmlformats.org/officeDocument/2006/relationships/slideLayout" Target="../slideLayouts/slideLayout16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FFFFFF"/>
            </a:gs>
            <a:gs pos="100000">
              <a:srgbClr val="DDD7C7"/>
            </a:gs>
          </a:gsLst>
          <a:path path="circle">
            <a:fillToRect b="100%" l="0%" r="100%" t="0%"/>
          </a:path>
          <a:tileRect b="0%" l="-100%" r="0%" t="-100%"/>
        </a:gra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oogle Shape;10;p14"/>
          <p:cNvGrpSpPr/>
          <p:nvPr/>
        </p:nvGrpSpPr>
        <p:grpSpPr>
          <a:xfrm>
            <a:off x="1" y="228600"/>
            <a:ext cx="2851516" cy="6638628"/>
            <a:chOff x="2487613" y="285750"/>
            <a:chExt cx="2428875" cy="5654676"/>
          </a:xfrm>
        </p:grpSpPr>
        <p:sp>
          <p:nvSpPr>
            <p:cNvPr id="11" name="Google Shape;11;p14"/>
            <p:cNvSpPr/>
            <p:nvPr/>
          </p:nvSpPr>
          <p:spPr>
            <a:xfrm>
              <a:off x="2487613" y="2284413"/>
              <a:ext cx="85725" cy="533400"/>
            </a:xfrm>
            <a:custGeom>
              <a:rect b="b" l="l" r="r" t="t"/>
              <a:pathLst>
                <a:path extrusionOk="0" h="136" w="22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dk2">
                <a:alpha val="2000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" name="Google Shape;12;p14"/>
            <p:cNvSpPr/>
            <p:nvPr/>
          </p:nvSpPr>
          <p:spPr>
            <a:xfrm>
              <a:off x="2597151" y="2779713"/>
              <a:ext cx="550863" cy="1978025"/>
            </a:xfrm>
            <a:custGeom>
              <a:rect b="b" l="l" r="r" t="t"/>
              <a:pathLst>
                <a:path extrusionOk="0" h="504" w="140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dk2">
                <a:alpha val="2000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" name="Google Shape;13;p14"/>
            <p:cNvSpPr/>
            <p:nvPr/>
          </p:nvSpPr>
          <p:spPr>
            <a:xfrm>
              <a:off x="3175001" y="4730750"/>
              <a:ext cx="519113" cy="1209675"/>
            </a:xfrm>
            <a:custGeom>
              <a:rect b="b" l="l" r="r" t="t"/>
              <a:pathLst>
                <a:path extrusionOk="0" h="308" w="132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dk2">
                <a:alpha val="2000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" name="Google Shape;14;p14"/>
            <p:cNvSpPr/>
            <p:nvPr/>
          </p:nvSpPr>
          <p:spPr>
            <a:xfrm>
              <a:off x="3305176" y="5630863"/>
              <a:ext cx="146050" cy="309563"/>
            </a:xfrm>
            <a:custGeom>
              <a:rect b="b" l="l" r="r" t="t"/>
              <a:pathLst>
                <a:path extrusionOk="0" h="79" w="37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dk2">
                <a:alpha val="2000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" name="Google Shape;15;p14"/>
            <p:cNvSpPr/>
            <p:nvPr/>
          </p:nvSpPr>
          <p:spPr>
            <a:xfrm>
              <a:off x="2573338" y="2817813"/>
              <a:ext cx="700088" cy="2835275"/>
            </a:xfrm>
            <a:custGeom>
              <a:rect b="b" l="l" r="r" t="t"/>
              <a:pathLst>
                <a:path extrusionOk="0" h="722" w="178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dk2">
                <a:alpha val="2000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" name="Google Shape;16;p14"/>
            <p:cNvSpPr/>
            <p:nvPr/>
          </p:nvSpPr>
          <p:spPr>
            <a:xfrm>
              <a:off x="2506663" y="285750"/>
              <a:ext cx="90488" cy="2493963"/>
            </a:xfrm>
            <a:custGeom>
              <a:rect b="b" l="l" r="r" t="t"/>
              <a:pathLst>
                <a:path extrusionOk="0" h="635" w="23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dk2">
                <a:alpha val="2000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" name="Google Shape;17;p14"/>
            <p:cNvSpPr/>
            <p:nvPr/>
          </p:nvSpPr>
          <p:spPr>
            <a:xfrm>
              <a:off x="2554288" y="2598738"/>
              <a:ext cx="66675" cy="420688"/>
            </a:xfrm>
            <a:custGeom>
              <a:rect b="b" l="l" r="r" t="t"/>
              <a:pathLst>
                <a:path extrusionOk="0" h="107" w="1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dk2">
                <a:alpha val="2000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" name="Google Shape;18;p14"/>
            <p:cNvSpPr/>
            <p:nvPr/>
          </p:nvSpPr>
          <p:spPr>
            <a:xfrm>
              <a:off x="3143251" y="4757738"/>
              <a:ext cx="161925" cy="873125"/>
            </a:xfrm>
            <a:custGeom>
              <a:rect b="b" l="l" r="r" t="t"/>
              <a:pathLst>
                <a:path extrusionOk="0" h="222" w="41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dk2">
                <a:alpha val="2000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" name="Google Shape;19;p14"/>
            <p:cNvSpPr/>
            <p:nvPr/>
          </p:nvSpPr>
          <p:spPr>
            <a:xfrm>
              <a:off x="3148013" y="1282700"/>
              <a:ext cx="1768475" cy="3448050"/>
            </a:xfrm>
            <a:custGeom>
              <a:rect b="b" l="l" r="r" t="t"/>
              <a:pathLst>
                <a:path extrusionOk="0" h="878" w="450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dk2">
                <a:alpha val="2000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" name="Google Shape;20;p14"/>
            <p:cNvSpPr/>
            <p:nvPr/>
          </p:nvSpPr>
          <p:spPr>
            <a:xfrm>
              <a:off x="3273426" y="5653088"/>
              <a:ext cx="138113" cy="287338"/>
            </a:xfrm>
            <a:custGeom>
              <a:rect b="b" l="l" r="r" t="t"/>
              <a:pathLst>
                <a:path extrusionOk="0" h="73" w="35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dk2">
                <a:alpha val="2000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" name="Google Shape;21;p14"/>
            <p:cNvSpPr/>
            <p:nvPr/>
          </p:nvSpPr>
          <p:spPr>
            <a:xfrm>
              <a:off x="3143251" y="4656138"/>
              <a:ext cx="31750" cy="188913"/>
            </a:xfrm>
            <a:custGeom>
              <a:rect b="b" l="l" r="r" t="t"/>
              <a:pathLst>
                <a:path extrusionOk="0" h="48" w="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dk2">
                <a:alpha val="2000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" name="Google Shape;22;p14"/>
            <p:cNvSpPr/>
            <p:nvPr/>
          </p:nvSpPr>
          <p:spPr>
            <a:xfrm>
              <a:off x="3211513" y="5410200"/>
              <a:ext cx="203200" cy="530225"/>
            </a:xfrm>
            <a:custGeom>
              <a:rect b="b" l="l" r="r" t="t"/>
              <a:pathLst>
                <a:path extrusionOk="0" h="135" w="52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dk2">
                <a:alpha val="2000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3" name="Google Shape;23;p14"/>
          <p:cNvGrpSpPr/>
          <p:nvPr/>
        </p:nvGrpSpPr>
        <p:grpSpPr>
          <a:xfrm>
            <a:off x="27222" y="-786"/>
            <a:ext cx="2356674" cy="6854039"/>
            <a:chOff x="6627813" y="194833"/>
            <a:chExt cx="1952625" cy="5678918"/>
          </a:xfrm>
        </p:grpSpPr>
        <p:sp>
          <p:nvSpPr>
            <p:cNvPr id="24" name="Google Shape;24;p14"/>
            <p:cNvSpPr/>
            <p:nvPr/>
          </p:nvSpPr>
          <p:spPr>
            <a:xfrm>
              <a:off x="6627813" y="194833"/>
              <a:ext cx="409575" cy="3646488"/>
            </a:xfrm>
            <a:custGeom>
              <a:rect b="b" l="l" r="r" t="t"/>
              <a:pathLst>
                <a:path extrusionOk="0" h="920" w="103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" name="Google Shape;25;p14"/>
            <p:cNvSpPr/>
            <p:nvPr/>
          </p:nvSpPr>
          <p:spPr>
            <a:xfrm>
              <a:off x="7061201" y="3771900"/>
              <a:ext cx="350838" cy="1309688"/>
            </a:xfrm>
            <a:custGeom>
              <a:rect b="b" l="l" r="r" t="t"/>
              <a:pathLst>
                <a:path extrusionOk="0" h="330" w="88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" name="Google Shape;26;p14"/>
            <p:cNvSpPr/>
            <p:nvPr/>
          </p:nvSpPr>
          <p:spPr>
            <a:xfrm>
              <a:off x="7439026" y="5053013"/>
              <a:ext cx="357188" cy="820738"/>
            </a:xfrm>
            <a:custGeom>
              <a:rect b="b" l="l" r="r" t="t"/>
              <a:pathLst>
                <a:path extrusionOk="0" h="207" w="90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" name="Google Shape;27;p14"/>
            <p:cNvSpPr/>
            <p:nvPr/>
          </p:nvSpPr>
          <p:spPr>
            <a:xfrm>
              <a:off x="7037388" y="3811588"/>
              <a:ext cx="457200" cy="1852613"/>
            </a:xfrm>
            <a:custGeom>
              <a:rect b="b" l="l" r="r" t="t"/>
              <a:pathLst>
                <a:path extrusionOk="0" h="467" w="115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" name="Google Shape;28;p14"/>
            <p:cNvSpPr/>
            <p:nvPr/>
          </p:nvSpPr>
          <p:spPr>
            <a:xfrm>
              <a:off x="6992938" y="1263650"/>
              <a:ext cx="144463" cy="2508250"/>
            </a:xfrm>
            <a:custGeom>
              <a:rect b="b" l="l" r="r" t="t"/>
              <a:pathLst>
                <a:path extrusionOk="0" h="633" w="36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" name="Google Shape;29;p14"/>
            <p:cNvSpPr/>
            <p:nvPr/>
          </p:nvSpPr>
          <p:spPr>
            <a:xfrm>
              <a:off x="7526338" y="5640388"/>
              <a:ext cx="111125" cy="233363"/>
            </a:xfrm>
            <a:custGeom>
              <a:rect b="b" l="l" r="r" t="t"/>
              <a:pathLst>
                <a:path extrusionOk="0" h="59" w="28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" name="Google Shape;30;p14"/>
            <p:cNvSpPr/>
            <p:nvPr/>
          </p:nvSpPr>
          <p:spPr>
            <a:xfrm>
              <a:off x="7021513" y="3598863"/>
              <a:ext cx="68263" cy="423863"/>
            </a:xfrm>
            <a:custGeom>
              <a:rect b="b" l="l" r="r" t="t"/>
              <a:pathLst>
                <a:path extrusionOk="0" h="107" w="1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" name="Google Shape;31;p14"/>
            <p:cNvSpPr/>
            <p:nvPr/>
          </p:nvSpPr>
          <p:spPr>
            <a:xfrm>
              <a:off x="7412038" y="2801938"/>
              <a:ext cx="1168400" cy="2251075"/>
            </a:xfrm>
            <a:custGeom>
              <a:rect b="b" l="l" r="r" t="t"/>
              <a:pathLst>
                <a:path extrusionOk="0" h="568" w="294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" name="Google Shape;32;p14"/>
            <p:cNvSpPr/>
            <p:nvPr/>
          </p:nvSpPr>
          <p:spPr>
            <a:xfrm>
              <a:off x="7494588" y="5664200"/>
              <a:ext cx="100013" cy="209550"/>
            </a:xfrm>
            <a:custGeom>
              <a:rect b="b" l="l" r="r" t="t"/>
              <a:pathLst>
                <a:path extrusionOk="0" h="53" w="25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" name="Google Shape;33;p14"/>
            <p:cNvSpPr/>
            <p:nvPr/>
          </p:nvSpPr>
          <p:spPr>
            <a:xfrm>
              <a:off x="7412038" y="5081588"/>
              <a:ext cx="114300" cy="558800"/>
            </a:xfrm>
            <a:custGeom>
              <a:rect b="b" l="l" r="r" t="t"/>
              <a:pathLst>
                <a:path extrusionOk="0" h="141" w="29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" name="Google Shape;34;p14"/>
            <p:cNvSpPr/>
            <p:nvPr/>
          </p:nvSpPr>
          <p:spPr>
            <a:xfrm>
              <a:off x="7412038" y="4978400"/>
              <a:ext cx="31750" cy="188913"/>
            </a:xfrm>
            <a:custGeom>
              <a:rect b="b" l="l" r="r" t="t"/>
              <a:pathLst>
                <a:path extrusionOk="0" h="48" w="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" name="Google Shape;35;p14"/>
            <p:cNvSpPr/>
            <p:nvPr/>
          </p:nvSpPr>
          <p:spPr>
            <a:xfrm>
              <a:off x="7439026" y="5434013"/>
              <a:ext cx="174625" cy="439738"/>
            </a:xfrm>
            <a:custGeom>
              <a:rect b="b" l="l" r="r" t="t"/>
              <a:pathLst>
                <a:path extrusionOk="0" h="111" w="44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6" name="Google Shape;36;p14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14"/>
          <p:cNvSpPr txBox="1"/>
          <p:nvPr>
            <p:ph type="title"/>
          </p:nvPr>
        </p:nvSpPr>
        <p:spPr>
          <a:xfrm>
            <a:off x="2592924" y="624110"/>
            <a:ext cx="8911687" cy="128089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3600"/>
              <a:buFont typeface="Century Gothic"/>
              <a:buNone/>
              <a:defRPr b="0" i="0" sz="3600" u="none" cap="none" strike="noStrike">
                <a:solidFill>
                  <a:srgbClr val="262626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2"/>
                </a:solidFill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2"/>
                </a:solidFill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2"/>
                </a:solidFill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2"/>
                </a:solidFill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2"/>
                </a:solidFill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2"/>
                </a:solidFill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2"/>
                </a:solidFill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38" name="Google Shape;38;p14"/>
          <p:cNvSpPr txBox="1"/>
          <p:nvPr>
            <p:ph idx="1" type="body"/>
          </p:nvPr>
        </p:nvSpPr>
        <p:spPr>
          <a:xfrm>
            <a:off x="2589212" y="2133600"/>
            <a:ext cx="8915400" cy="3886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marR="0" rtl="0" algn="l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Noto Sans Symbols"/>
              <a:buChar char="🠶"/>
              <a:defRPr b="0" i="0" sz="1800" u="none" cap="none" strike="noStrike">
                <a:solidFill>
                  <a:srgbClr val="3F3F3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indent="-330200" lvl="1" marL="914400" marR="0" rtl="0" algn="l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Noto Sans Symbols"/>
              <a:buChar char="🠶"/>
              <a:defRPr b="0" i="0" sz="1600" u="none" cap="none" strike="noStrike">
                <a:solidFill>
                  <a:srgbClr val="3F3F3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indent="-317500" lvl="2" marL="1371600" marR="0" rtl="0" algn="l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Char char="🠶"/>
              <a:defRPr b="0" i="0" sz="1400" u="none" cap="none" strike="noStrike">
                <a:solidFill>
                  <a:srgbClr val="3F3F3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indent="-304800" lvl="3" marL="1828800" marR="0" rtl="0" algn="l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🠶"/>
              <a:defRPr b="0" i="0" sz="1200" u="none" cap="none" strike="noStrike">
                <a:solidFill>
                  <a:srgbClr val="3F3F3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indent="-304800" lvl="4" marL="2286000" marR="0" rtl="0" algn="l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🠶"/>
              <a:defRPr b="0" i="0" sz="1200" u="none" cap="none" strike="noStrike">
                <a:solidFill>
                  <a:srgbClr val="3F3F3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indent="-304800" lvl="5" marL="2743200" marR="0" rtl="0" algn="l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🠶"/>
              <a:defRPr b="0" i="0" sz="1200" u="none" cap="none" strike="noStrike">
                <a:solidFill>
                  <a:srgbClr val="3F3F3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indent="-304800" lvl="6" marL="3200400" marR="0" rtl="0" algn="l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🠶"/>
              <a:defRPr b="0" i="0" sz="1200" u="none" cap="none" strike="noStrike">
                <a:solidFill>
                  <a:srgbClr val="3F3F3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indent="-304800" lvl="7" marL="3657600" marR="0" rtl="0" algn="l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🠶"/>
              <a:defRPr b="0" i="0" sz="1200" u="none" cap="none" strike="noStrike">
                <a:solidFill>
                  <a:srgbClr val="3F3F3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indent="-304800" lvl="8" marL="4114800" marR="0" rtl="0" algn="l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🠶"/>
              <a:defRPr b="0" i="0" sz="1200" u="none" cap="none" strike="noStrike">
                <a:solidFill>
                  <a:srgbClr val="3F3F3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/>
        </p:txBody>
      </p:sp>
      <p:sp>
        <p:nvSpPr>
          <p:cNvPr id="39" name="Google Shape;39;p14"/>
          <p:cNvSpPr txBox="1"/>
          <p:nvPr>
            <p:ph idx="10" type="dt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900" u="none" cap="none" strike="noStrik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/>
        </p:txBody>
      </p:sp>
      <p:sp>
        <p:nvSpPr>
          <p:cNvPr id="40" name="Google Shape;40;p14"/>
          <p:cNvSpPr txBox="1"/>
          <p:nvPr>
            <p:ph idx="11" type="ftr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900" u="none" cap="none" strike="noStrik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/>
        </p:txBody>
      </p:sp>
      <p:sp>
        <p:nvSpPr>
          <p:cNvPr id="41" name="Google Shape;41;p14"/>
          <p:cNvSpPr txBox="1"/>
          <p:nvPr>
            <p:ph idx="12" type="sldNum"/>
          </p:nvPr>
        </p:nvSpPr>
        <p:spPr>
          <a:xfrm>
            <a:off x="531812" y="787782"/>
            <a:ext cx="77976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2000" u="none" cap="none" strike="noStrike">
                <a:solidFill>
                  <a:srgbClr val="FEFFF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2000" u="none" cap="none" strike="noStrike">
                <a:solidFill>
                  <a:srgbClr val="FEFFF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2000" u="none" cap="none" strike="noStrike">
                <a:solidFill>
                  <a:srgbClr val="FEFFF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2000" u="none" cap="none" strike="noStrike">
                <a:solidFill>
                  <a:srgbClr val="FEFFF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2000" u="none" cap="none" strike="noStrike">
                <a:solidFill>
                  <a:srgbClr val="FEFFF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2000" u="none" cap="none" strike="noStrike">
                <a:solidFill>
                  <a:srgbClr val="FEFFF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2000" u="none" cap="none" strike="noStrike">
                <a:solidFill>
                  <a:srgbClr val="FEFFF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2000" u="none" cap="none" strike="noStrike">
                <a:solidFill>
                  <a:srgbClr val="FEFFF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2000" u="none" cap="none" strike="noStrike">
                <a:solidFill>
                  <a:srgbClr val="FEFFF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AR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1"/>
          <p:cNvSpPr txBox="1"/>
          <p:nvPr>
            <p:ph type="title"/>
          </p:nvPr>
        </p:nvSpPr>
        <p:spPr>
          <a:xfrm>
            <a:off x="2589212" y="2058750"/>
            <a:ext cx="8915399" cy="14688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4000"/>
              <a:buFont typeface="Century Gothic"/>
              <a:buNone/>
            </a:pPr>
            <a:r>
              <a:rPr lang="es-AR"/>
              <a:t>Diseño de Bases de Datos	</a:t>
            </a:r>
            <a:endParaRPr/>
          </a:p>
        </p:txBody>
      </p:sp>
      <p:sp>
        <p:nvSpPr>
          <p:cNvPr id="170" name="Google Shape;170;p1"/>
          <p:cNvSpPr txBox="1"/>
          <p:nvPr>
            <p:ph idx="1" type="body"/>
          </p:nvPr>
        </p:nvSpPr>
        <p:spPr>
          <a:xfrm>
            <a:off x="2589212" y="3530129"/>
            <a:ext cx="8915399" cy="860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s-AR"/>
              <a:t>Clase 3</a:t>
            </a:r>
            <a:endParaRPr/>
          </a:p>
        </p:txBody>
      </p:sp>
      <p:sp>
        <p:nvSpPr>
          <p:cNvPr id="171" name="Google Shape;171;p1"/>
          <p:cNvSpPr txBox="1"/>
          <p:nvPr>
            <p:ph idx="11" type="ftr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AR"/>
              <a:t>DBD Clase 3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2"/>
          <p:cNvSpPr txBox="1"/>
          <p:nvPr>
            <p:ph type="title"/>
          </p:nvPr>
        </p:nvSpPr>
        <p:spPr>
          <a:xfrm>
            <a:off x="2592925" y="624110"/>
            <a:ext cx="8911687" cy="128089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3600"/>
              <a:buFont typeface="Century Gothic"/>
              <a:buNone/>
            </a:pPr>
            <a:r>
              <a:rPr lang="es-AR"/>
              <a:t>Agenda</a:t>
            </a:r>
            <a:endParaRPr/>
          </a:p>
        </p:txBody>
      </p:sp>
      <p:grpSp>
        <p:nvGrpSpPr>
          <p:cNvPr id="178" name="Google Shape;178;p2"/>
          <p:cNvGrpSpPr/>
          <p:nvPr/>
        </p:nvGrpSpPr>
        <p:grpSpPr>
          <a:xfrm>
            <a:off x="2589213" y="2133646"/>
            <a:ext cx="8915399" cy="3778157"/>
            <a:chOff x="0" y="46"/>
            <a:chExt cx="8915399" cy="3778157"/>
          </a:xfrm>
        </p:grpSpPr>
        <p:sp>
          <p:nvSpPr>
            <p:cNvPr id="179" name="Google Shape;179;p2"/>
            <p:cNvSpPr/>
            <p:nvPr/>
          </p:nvSpPr>
          <p:spPr>
            <a:xfrm rot="5400000">
              <a:off x="5325270" y="-1931379"/>
              <a:ext cx="1474403" cy="5705856"/>
            </a:xfrm>
            <a:prstGeom prst="round2SameRect">
              <a:avLst>
                <a:gd fmla="val 16667" name="adj1"/>
                <a:gd fmla="val 0" name="adj2"/>
              </a:avLst>
            </a:prstGeom>
            <a:solidFill>
              <a:srgbClr val="CFDECC">
                <a:alpha val="89803"/>
              </a:srgbClr>
            </a:solidFill>
            <a:ln cap="rnd" cmpd="sng" w="15875">
              <a:solidFill>
                <a:srgbClr val="CFDECC">
                  <a:alpha val="89803"/>
                </a:srgbClr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0" name="Google Shape;180;p2"/>
            <p:cNvSpPr txBox="1"/>
            <p:nvPr/>
          </p:nvSpPr>
          <p:spPr>
            <a:xfrm>
              <a:off x="3209544" y="256321"/>
              <a:ext cx="5633882" cy="133045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38100" lIns="76200" spcFirstLastPara="1" rIns="76200" wrap="square" tIns="38100">
              <a:noAutofit/>
            </a:bodyPr>
            <a:lstStyle/>
            <a:p>
              <a:pPr indent="-228600" lvl="1" marL="22860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Century Gothic"/>
                <a:buChar char="•"/>
              </a:pPr>
              <a:r>
                <a:rPr b="0" i="0" lang="es-AR" sz="2000" u="none" cap="none" strike="noStrike">
                  <a:solidFill>
                    <a:schemeClr val="dk1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Decisiones</a:t>
              </a:r>
              <a:endParaRPr/>
            </a:p>
            <a:p>
              <a:pPr indent="-228600" lvl="1" marL="228600" marR="0" rtl="0" algn="l">
                <a:lnSpc>
                  <a:spcPct val="90000"/>
                </a:lnSpc>
                <a:spcBef>
                  <a:spcPts val="30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Century Gothic"/>
                <a:buChar char="•"/>
              </a:pPr>
              <a:r>
                <a:rPr b="0" i="0" lang="es-AR" sz="2000" u="none" cap="none" strike="noStrike">
                  <a:solidFill>
                    <a:schemeClr val="dk1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Transformaciones</a:t>
              </a:r>
              <a:endParaRPr/>
            </a:p>
          </p:txBody>
        </p:sp>
        <p:sp>
          <p:nvSpPr>
            <p:cNvPr id="181" name="Google Shape;181;p2"/>
            <p:cNvSpPr/>
            <p:nvPr/>
          </p:nvSpPr>
          <p:spPr>
            <a:xfrm>
              <a:off x="0" y="46"/>
              <a:ext cx="3209544" cy="1843003"/>
            </a:xfrm>
            <a:prstGeom prst="roundRect">
              <a:avLst>
                <a:gd fmla="val 16667" name="adj"/>
              </a:avLst>
            </a:prstGeom>
            <a:solidFill>
              <a:srgbClr val="539E36"/>
            </a:solidFill>
            <a:ln cap="rnd" cmpd="sng" w="1587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2" name="Google Shape;182;p2"/>
            <p:cNvSpPr txBox="1"/>
            <p:nvPr/>
          </p:nvSpPr>
          <p:spPr>
            <a:xfrm>
              <a:off x="89968" y="90014"/>
              <a:ext cx="3029608" cy="166306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68575" lIns="137150" spcFirstLastPara="1" rIns="137150" wrap="square" tIns="68575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3600"/>
                <a:buFont typeface="Century Gothic"/>
                <a:buNone/>
              </a:pPr>
              <a:r>
                <a:rPr b="0" i="0" lang="es-AR" sz="3600" u="none" cap="none" strike="noStrike">
                  <a:solidFill>
                    <a:schemeClr val="lt1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Revisiones del modelo conceptual</a:t>
              </a:r>
              <a:endParaRPr/>
            </a:p>
          </p:txBody>
        </p:sp>
        <p:sp>
          <p:nvSpPr>
            <p:cNvPr id="183" name="Google Shape;183;p2"/>
            <p:cNvSpPr/>
            <p:nvPr/>
          </p:nvSpPr>
          <p:spPr>
            <a:xfrm rot="5400000">
              <a:off x="5325270" y="3773"/>
              <a:ext cx="1474403" cy="5705856"/>
            </a:xfrm>
            <a:prstGeom prst="round2SameRect">
              <a:avLst>
                <a:gd fmla="val 16667" name="adj1"/>
                <a:gd fmla="val 0" name="adj2"/>
              </a:avLst>
            </a:prstGeom>
            <a:solidFill>
              <a:srgbClr val="CFDECC">
                <a:alpha val="89803"/>
              </a:srgbClr>
            </a:solidFill>
            <a:ln cap="rnd" cmpd="sng" w="15875">
              <a:solidFill>
                <a:srgbClr val="CFDECC">
                  <a:alpha val="89803"/>
                </a:srgbClr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4" name="Google Shape;184;p2"/>
            <p:cNvSpPr txBox="1"/>
            <p:nvPr/>
          </p:nvSpPr>
          <p:spPr>
            <a:xfrm>
              <a:off x="3209544" y="2191473"/>
              <a:ext cx="5633882" cy="133045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38100" lIns="76200" spcFirstLastPara="1" rIns="76200" wrap="square" tIns="38100">
              <a:noAutofit/>
            </a:bodyPr>
            <a:lstStyle/>
            <a:p>
              <a:pPr indent="-228600" lvl="1" marL="22860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Century Gothic"/>
                <a:buChar char="•"/>
              </a:pPr>
              <a:r>
                <a:rPr b="0" i="0" lang="es-AR" sz="2000" u="none" cap="none" strike="noStrike">
                  <a:solidFill>
                    <a:schemeClr val="dk1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Atributos derivados, compuestos y polivalentes</a:t>
              </a:r>
              <a:endParaRPr/>
            </a:p>
            <a:p>
              <a:pPr indent="-228600" lvl="1" marL="228600" marR="0" rtl="0" algn="l">
                <a:lnSpc>
                  <a:spcPct val="90000"/>
                </a:lnSpc>
                <a:spcBef>
                  <a:spcPts val="30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Century Gothic"/>
                <a:buChar char="•"/>
              </a:pPr>
              <a:r>
                <a:rPr b="0" i="0" lang="es-AR" sz="2000" u="none" cap="none" strike="noStrike">
                  <a:solidFill>
                    <a:schemeClr val="dk1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Ciclos de entidades</a:t>
              </a:r>
              <a:endParaRPr/>
            </a:p>
            <a:p>
              <a:pPr indent="-228600" lvl="1" marL="228600" marR="0" rtl="0" algn="l">
                <a:lnSpc>
                  <a:spcPct val="90000"/>
                </a:lnSpc>
                <a:spcBef>
                  <a:spcPts val="30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Century Gothic"/>
                <a:buChar char="•"/>
              </a:pPr>
              <a:r>
                <a:rPr b="0" i="0" lang="es-AR" sz="2000" u="none" cap="none" strike="noStrike">
                  <a:solidFill>
                    <a:schemeClr val="dk1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Jerarquías</a:t>
              </a:r>
              <a:endParaRPr/>
            </a:p>
          </p:txBody>
        </p:sp>
        <p:sp>
          <p:nvSpPr>
            <p:cNvPr id="185" name="Google Shape;185;p2"/>
            <p:cNvSpPr/>
            <p:nvPr/>
          </p:nvSpPr>
          <p:spPr>
            <a:xfrm>
              <a:off x="0" y="1935200"/>
              <a:ext cx="3209544" cy="1843003"/>
            </a:xfrm>
            <a:prstGeom prst="roundRect">
              <a:avLst>
                <a:gd fmla="val 16667" name="adj"/>
              </a:avLst>
            </a:prstGeom>
            <a:solidFill>
              <a:srgbClr val="539E36"/>
            </a:solidFill>
            <a:ln cap="rnd" cmpd="sng" w="1587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6" name="Google Shape;186;p2"/>
            <p:cNvSpPr txBox="1"/>
            <p:nvPr/>
          </p:nvSpPr>
          <p:spPr>
            <a:xfrm>
              <a:off x="89968" y="2025168"/>
              <a:ext cx="3029608" cy="166306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68575" lIns="137150" spcFirstLastPara="1" rIns="137150" wrap="square" tIns="68575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3600"/>
                <a:buFont typeface="Century Gothic"/>
                <a:buNone/>
              </a:pPr>
              <a:r>
                <a:rPr b="0" i="0" lang="es-AR" sz="3600" u="none" cap="none" strike="noStrike">
                  <a:solidFill>
                    <a:schemeClr val="lt1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Modelo lógico</a:t>
              </a:r>
              <a:endParaRPr/>
            </a:p>
          </p:txBody>
        </p:sp>
      </p:grpSp>
      <p:sp>
        <p:nvSpPr>
          <p:cNvPr id="187" name="Google Shape;187;p2"/>
          <p:cNvSpPr txBox="1"/>
          <p:nvPr>
            <p:ph idx="11" type="ftr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AR"/>
              <a:t>DBD Clase 2</a:t>
            </a:r>
            <a:endParaRPr/>
          </a:p>
        </p:txBody>
      </p:sp>
      <p:pic>
        <p:nvPicPr>
          <p:cNvPr descr="c3_1" id="188" name="Google Shape;188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689600" y="3022600"/>
            <a:ext cx="812800" cy="812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3"/>
          <p:cNvSpPr txBox="1"/>
          <p:nvPr>
            <p:ph type="title"/>
          </p:nvPr>
        </p:nvSpPr>
        <p:spPr>
          <a:xfrm>
            <a:off x="2592925" y="624110"/>
            <a:ext cx="8911687" cy="128089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3600"/>
              <a:buFont typeface="Century Gothic"/>
              <a:buNone/>
            </a:pPr>
            <a:r>
              <a:rPr lang="es-AR"/>
              <a:t>Revisiones del modelo conceptual</a:t>
            </a:r>
            <a:endParaRPr/>
          </a:p>
        </p:txBody>
      </p:sp>
      <p:grpSp>
        <p:nvGrpSpPr>
          <p:cNvPr id="194" name="Google Shape;194;p3"/>
          <p:cNvGrpSpPr/>
          <p:nvPr/>
        </p:nvGrpSpPr>
        <p:grpSpPr>
          <a:xfrm>
            <a:off x="2434107" y="2112317"/>
            <a:ext cx="9070506" cy="3592215"/>
            <a:chOff x="0" y="207317"/>
            <a:chExt cx="9070506" cy="3592215"/>
          </a:xfrm>
        </p:grpSpPr>
        <p:sp>
          <p:nvSpPr>
            <p:cNvPr id="195" name="Google Shape;195;p3"/>
            <p:cNvSpPr/>
            <p:nvPr/>
          </p:nvSpPr>
          <p:spPr>
            <a:xfrm>
              <a:off x="0" y="207317"/>
              <a:ext cx="9070506" cy="791505"/>
            </a:xfrm>
            <a:prstGeom prst="roundRect">
              <a:avLst>
                <a:gd fmla="val 16667" name="adj"/>
              </a:avLst>
            </a:prstGeom>
            <a:solidFill>
              <a:srgbClr val="539E36"/>
            </a:solidFill>
            <a:ln cap="rnd" cmpd="sng" w="1587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6" name="Google Shape;196;p3"/>
            <p:cNvSpPr txBox="1"/>
            <p:nvPr/>
          </p:nvSpPr>
          <p:spPr>
            <a:xfrm>
              <a:off x="38638" y="245955"/>
              <a:ext cx="8993230" cy="71422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25725" lIns="125725" spcFirstLastPara="1" rIns="125725" wrap="square" tIns="125725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3300"/>
                <a:buFont typeface="Century Gothic"/>
                <a:buNone/>
              </a:pPr>
              <a:r>
                <a:rPr b="0" i="0" lang="es-AR" sz="3300" u="none" cap="none" strike="noStrike">
                  <a:solidFill>
                    <a:schemeClr val="lt1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Decisiones</a:t>
              </a:r>
              <a:endParaRPr/>
            </a:p>
          </p:txBody>
        </p:sp>
        <p:sp>
          <p:nvSpPr>
            <p:cNvPr id="197" name="Google Shape;197;p3"/>
            <p:cNvSpPr/>
            <p:nvPr/>
          </p:nvSpPr>
          <p:spPr>
            <a:xfrm>
              <a:off x="0" y="998822"/>
              <a:ext cx="9070506" cy="280071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8" name="Google Shape;198;p3"/>
            <p:cNvSpPr txBox="1"/>
            <p:nvPr/>
          </p:nvSpPr>
          <p:spPr>
            <a:xfrm>
              <a:off x="0" y="998822"/>
              <a:ext cx="9070506" cy="280071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1900" lIns="287975" spcFirstLastPara="1" rIns="234675" wrap="square" tIns="41900">
              <a:noAutofit/>
            </a:bodyPr>
            <a:lstStyle/>
            <a:p>
              <a:pPr indent="-228600" lvl="1" marL="22860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600"/>
                <a:buFont typeface="Century Gothic"/>
                <a:buChar char="•"/>
              </a:pPr>
              <a:r>
                <a:rPr b="0" i="0" lang="es-AR" sz="2600" u="none" cap="none" strike="noStrike">
                  <a:solidFill>
                    <a:schemeClr val="dk1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Conviene generar una entidad con un concepto nuevo? O agregar un atributo a una entidad existente?</a:t>
              </a:r>
              <a:endParaRPr/>
            </a:p>
            <a:p>
              <a:pPr indent="-228600" lvl="1" marL="228600" marR="0" rtl="0" algn="l">
                <a:lnSpc>
                  <a:spcPct val="90000"/>
                </a:lnSpc>
                <a:spcBef>
                  <a:spcPts val="520"/>
                </a:spcBef>
                <a:spcAft>
                  <a:spcPts val="0"/>
                </a:spcAft>
                <a:buClr>
                  <a:schemeClr val="dk1"/>
                </a:buClr>
                <a:buSzPts val="2600"/>
                <a:buFont typeface="Century Gothic"/>
                <a:buChar char="•"/>
              </a:pPr>
              <a:r>
                <a:rPr b="0" i="0" lang="es-AR" sz="2600" u="none" cap="none" strike="noStrike">
                  <a:solidFill>
                    <a:schemeClr val="dk1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Cuando se debe utilizar una generalización y cuando el concepto representa una clasificación?</a:t>
              </a:r>
              <a:endParaRPr/>
            </a:p>
            <a:p>
              <a:pPr indent="-228600" lvl="1" marL="228600" marR="0" rtl="0" algn="l">
                <a:lnSpc>
                  <a:spcPct val="90000"/>
                </a:lnSpc>
                <a:spcBef>
                  <a:spcPts val="520"/>
                </a:spcBef>
                <a:spcAft>
                  <a:spcPts val="0"/>
                </a:spcAft>
                <a:buClr>
                  <a:schemeClr val="dk1"/>
                </a:buClr>
                <a:buSzPts val="2600"/>
                <a:buFont typeface="Century Gothic"/>
                <a:buChar char="•"/>
              </a:pPr>
              <a:r>
                <a:rPr b="0" i="0" lang="es-AR" sz="2600" u="none" cap="none" strike="noStrike">
                  <a:solidFill>
                    <a:schemeClr val="dk1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Convienen los atributos compuestos? O se deben generar atributos simples?</a:t>
              </a:r>
              <a:endParaRPr/>
            </a:p>
          </p:txBody>
        </p:sp>
      </p:grpSp>
      <p:sp>
        <p:nvSpPr>
          <p:cNvPr id="199" name="Google Shape;199;p3"/>
          <p:cNvSpPr txBox="1"/>
          <p:nvPr>
            <p:ph idx="11" type="ftr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AR"/>
              <a:t>DBD Clase 2</a:t>
            </a:r>
            <a:endParaRPr/>
          </a:p>
        </p:txBody>
      </p:sp>
      <p:pic>
        <p:nvPicPr>
          <p:cNvPr descr="c3_2" id="200" name="Google Shape;200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689600" y="3022600"/>
            <a:ext cx="812800" cy="812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4"/>
          <p:cNvSpPr txBox="1"/>
          <p:nvPr>
            <p:ph type="title"/>
          </p:nvPr>
        </p:nvSpPr>
        <p:spPr>
          <a:xfrm>
            <a:off x="2592925" y="624110"/>
            <a:ext cx="8911687" cy="128089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3600"/>
              <a:buFont typeface="Century Gothic"/>
              <a:buNone/>
            </a:pPr>
            <a:r>
              <a:rPr lang="es-AR"/>
              <a:t>Revisiones del modelo conceptual</a:t>
            </a:r>
            <a:endParaRPr/>
          </a:p>
        </p:txBody>
      </p:sp>
      <p:grpSp>
        <p:nvGrpSpPr>
          <p:cNvPr id="206" name="Google Shape;206;p4"/>
          <p:cNvGrpSpPr/>
          <p:nvPr/>
        </p:nvGrpSpPr>
        <p:grpSpPr>
          <a:xfrm>
            <a:off x="2434107" y="1934319"/>
            <a:ext cx="9070506" cy="3948210"/>
            <a:chOff x="0" y="29319"/>
            <a:chExt cx="9070506" cy="3948210"/>
          </a:xfrm>
        </p:grpSpPr>
        <p:sp>
          <p:nvSpPr>
            <p:cNvPr id="207" name="Google Shape;207;p4"/>
            <p:cNvSpPr/>
            <p:nvPr/>
          </p:nvSpPr>
          <p:spPr>
            <a:xfrm>
              <a:off x="0" y="29319"/>
              <a:ext cx="9070506" cy="835379"/>
            </a:xfrm>
            <a:prstGeom prst="roundRect">
              <a:avLst>
                <a:gd fmla="val 16667" name="adj"/>
              </a:avLst>
            </a:prstGeom>
            <a:solidFill>
              <a:srgbClr val="539E36"/>
            </a:solidFill>
            <a:ln cap="rnd" cmpd="sng" w="1587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8" name="Google Shape;208;p4"/>
            <p:cNvSpPr txBox="1"/>
            <p:nvPr/>
          </p:nvSpPr>
          <p:spPr>
            <a:xfrm>
              <a:off x="40780" y="70099"/>
              <a:ext cx="8988946" cy="75381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80000" lIns="80000" spcFirstLastPara="1" rIns="80000" wrap="square" tIns="8000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100"/>
                <a:buFont typeface="Century Gothic"/>
                <a:buNone/>
              </a:pPr>
              <a:r>
                <a:rPr b="0" i="0" lang="es-AR" sz="2100" u="none" cap="none" strike="noStrike">
                  <a:solidFill>
                    <a:schemeClr val="lt1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Compleción: representa todas las características del domino de aplicación (análisis de requerimientos)</a:t>
              </a:r>
              <a:endParaRPr b="0" i="0" sz="21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209" name="Google Shape;209;p4"/>
            <p:cNvSpPr/>
            <p:nvPr/>
          </p:nvSpPr>
          <p:spPr>
            <a:xfrm>
              <a:off x="0" y="925179"/>
              <a:ext cx="9070506" cy="835379"/>
            </a:xfrm>
            <a:prstGeom prst="roundRect">
              <a:avLst>
                <a:gd fmla="val 16667" name="adj"/>
              </a:avLst>
            </a:prstGeom>
            <a:solidFill>
              <a:srgbClr val="539E36"/>
            </a:solidFill>
            <a:ln cap="rnd" cmpd="sng" w="1587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0" name="Google Shape;210;p4"/>
            <p:cNvSpPr txBox="1"/>
            <p:nvPr/>
          </p:nvSpPr>
          <p:spPr>
            <a:xfrm>
              <a:off x="40780" y="965959"/>
              <a:ext cx="8988946" cy="75381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80000" lIns="80000" spcFirstLastPara="1" rIns="80000" wrap="square" tIns="8000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100"/>
                <a:buFont typeface="Century Gothic"/>
                <a:buNone/>
              </a:pPr>
              <a:r>
                <a:rPr b="0" i="0" lang="es-AR" sz="2100" u="none" cap="none" strike="noStrike">
                  <a:solidFill>
                    <a:schemeClr val="lt1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Corrección: usar con propiedad conceptos E-I</a:t>
              </a:r>
              <a:endParaRPr/>
            </a:p>
          </p:txBody>
        </p:sp>
        <p:sp>
          <p:nvSpPr>
            <p:cNvPr id="211" name="Google Shape;211;p4"/>
            <p:cNvSpPr/>
            <p:nvPr/>
          </p:nvSpPr>
          <p:spPr>
            <a:xfrm>
              <a:off x="0" y="1760559"/>
              <a:ext cx="9070506" cy="221697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2" name="Google Shape;212;p4"/>
            <p:cNvSpPr txBox="1"/>
            <p:nvPr/>
          </p:nvSpPr>
          <p:spPr>
            <a:xfrm>
              <a:off x="0" y="1760559"/>
              <a:ext cx="9070506" cy="221697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26650" lIns="287975" spcFirstLastPara="1" rIns="149350" wrap="square" tIns="26650">
              <a:noAutofit/>
            </a:bodyPr>
            <a:lstStyle/>
            <a:p>
              <a:pPr indent="-171450" lvl="1" marL="17145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entury Gothic"/>
                <a:buChar char="•"/>
              </a:pPr>
              <a:r>
                <a:rPr b="0" i="0" lang="es-AR" sz="1600" u="none" cap="none" strike="noStrike">
                  <a:solidFill>
                    <a:schemeClr val="dk1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Sintáctica: conceptos E-I se usan correctamente</a:t>
              </a:r>
              <a:endParaRPr/>
            </a:p>
            <a:p>
              <a:pPr indent="-171450" lvl="1" marL="171450" marR="0" rtl="0" algn="l">
                <a:lnSpc>
                  <a:spcPct val="90000"/>
                </a:lnSpc>
                <a:spcBef>
                  <a:spcPts val="32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entury Gothic"/>
                <a:buChar char="•"/>
              </a:pPr>
              <a:r>
                <a:rPr b="0" i="0" lang="es-AR" sz="1600" u="none" cap="none" strike="noStrike">
                  <a:solidFill>
                    <a:schemeClr val="dk1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Semántica: conceptos se usan de acuerdo a su definición. Errores más frecuentes:</a:t>
              </a:r>
              <a:endParaRPr/>
            </a:p>
            <a:p>
              <a:pPr indent="-171450" lvl="2" marL="342900" marR="0" rtl="0" algn="l">
                <a:lnSpc>
                  <a:spcPct val="90000"/>
                </a:lnSpc>
                <a:spcBef>
                  <a:spcPts val="32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entury Gothic"/>
                <a:buChar char="•"/>
              </a:pPr>
              <a:r>
                <a:rPr b="0" i="0" lang="es-AR" sz="1600" u="none" cap="none" strike="noStrike">
                  <a:solidFill>
                    <a:schemeClr val="dk1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Usar atributos en lugar de entidades</a:t>
              </a:r>
              <a:endParaRPr/>
            </a:p>
            <a:p>
              <a:pPr indent="-171450" lvl="2" marL="342900" marR="0" rtl="0" algn="l">
                <a:lnSpc>
                  <a:spcPct val="90000"/>
                </a:lnSpc>
                <a:spcBef>
                  <a:spcPts val="32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entury Gothic"/>
                <a:buChar char="•"/>
              </a:pPr>
              <a:r>
                <a:rPr b="0" i="0" lang="es-AR" sz="1600" u="none" cap="none" strike="noStrike">
                  <a:solidFill>
                    <a:schemeClr val="dk1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Olvidar una generalización</a:t>
              </a:r>
              <a:endParaRPr/>
            </a:p>
            <a:p>
              <a:pPr indent="-171450" lvl="2" marL="342900" marR="0" rtl="0" algn="l">
                <a:lnSpc>
                  <a:spcPct val="90000"/>
                </a:lnSpc>
                <a:spcBef>
                  <a:spcPts val="32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entury Gothic"/>
                <a:buChar char="•"/>
              </a:pPr>
              <a:r>
                <a:rPr b="0" i="0" lang="es-AR" sz="1600" u="none" cap="none" strike="noStrike">
                  <a:solidFill>
                    <a:schemeClr val="dk1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Olvidar una propiedad de herencia</a:t>
              </a:r>
              <a:endParaRPr/>
            </a:p>
            <a:p>
              <a:pPr indent="-171450" lvl="2" marL="342900" marR="0" rtl="0" algn="l">
                <a:lnSpc>
                  <a:spcPct val="90000"/>
                </a:lnSpc>
                <a:spcBef>
                  <a:spcPts val="32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entury Gothic"/>
                <a:buChar char="•"/>
              </a:pPr>
              <a:r>
                <a:rPr b="0" i="0" lang="es-AR" sz="1600" u="none" cap="none" strike="noStrike">
                  <a:solidFill>
                    <a:schemeClr val="dk1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Usar entidades en lugar de interrelaciones</a:t>
              </a:r>
              <a:endParaRPr/>
            </a:p>
            <a:p>
              <a:pPr indent="-171450" lvl="2" marL="342900" marR="0" rtl="0" algn="l">
                <a:lnSpc>
                  <a:spcPct val="90000"/>
                </a:lnSpc>
                <a:spcBef>
                  <a:spcPts val="32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entury Gothic"/>
                <a:buChar char="•"/>
              </a:pPr>
              <a:r>
                <a:rPr b="0" i="0" lang="es-AR" sz="1600" u="none" cap="none" strike="noStrike">
                  <a:solidFill>
                    <a:schemeClr val="dk1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Olvidar un identificador de una entidad</a:t>
              </a:r>
              <a:endParaRPr/>
            </a:p>
            <a:p>
              <a:pPr indent="-171450" lvl="2" marL="342900" marR="0" rtl="0" algn="l">
                <a:lnSpc>
                  <a:spcPct val="90000"/>
                </a:lnSpc>
                <a:spcBef>
                  <a:spcPts val="32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entury Gothic"/>
                <a:buChar char="•"/>
              </a:pPr>
              <a:r>
                <a:rPr b="0" i="0" lang="es-AR" sz="1600" u="none" cap="none" strike="noStrike">
                  <a:solidFill>
                    <a:schemeClr val="dk1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Omitir cardinalidad</a:t>
              </a:r>
              <a:endParaRPr b="0" i="0" sz="16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</p:grpSp>
      <p:sp>
        <p:nvSpPr>
          <p:cNvPr id="213" name="Google Shape;213;p4"/>
          <p:cNvSpPr txBox="1"/>
          <p:nvPr>
            <p:ph idx="11" type="ftr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AR"/>
              <a:t>DBD Clase 2</a:t>
            </a:r>
            <a:endParaRPr/>
          </a:p>
        </p:txBody>
      </p:sp>
      <p:pic>
        <p:nvPicPr>
          <p:cNvPr descr="c3_4 " id="214" name="Google Shape;214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689600" y="3022600"/>
            <a:ext cx="812800" cy="812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p5"/>
          <p:cNvSpPr txBox="1"/>
          <p:nvPr>
            <p:ph type="title"/>
          </p:nvPr>
        </p:nvSpPr>
        <p:spPr>
          <a:xfrm>
            <a:off x="2592925" y="624110"/>
            <a:ext cx="8911687" cy="128089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3600"/>
              <a:buFont typeface="Century Gothic"/>
              <a:buNone/>
            </a:pPr>
            <a:r>
              <a:rPr lang="es-AR"/>
              <a:t>Revisiones del modelo conceptual</a:t>
            </a:r>
            <a:endParaRPr/>
          </a:p>
        </p:txBody>
      </p:sp>
      <p:grpSp>
        <p:nvGrpSpPr>
          <p:cNvPr id="221" name="Google Shape;221;p5"/>
          <p:cNvGrpSpPr/>
          <p:nvPr/>
        </p:nvGrpSpPr>
        <p:grpSpPr>
          <a:xfrm>
            <a:off x="2215166" y="1352650"/>
            <a:ext cx="9289447" cy="4520194"/>
            <a:chOff x="0" y="39005"/>
            <a:chExt cx="9289447" cy="4520194"/>
          </a:xfrm>
        </p:grpSpPr>
        <p:sp>
          <p:nvSpPr>
            <p:cNvPr id="222" name="Google Shape;222;p5"/>
            <p:cNvSpPr/>
            <p:nvPr/>
          </p:nvSpPr>
          <p:spPr>
            <a:xfrm>
              <a:off x="0" y="39005"/>
              <a:ext cx="9289447" cy="1622278"/>
            </a:xfrm>
            <a:prstGeom prst="roundRect">
              <a:avLst>
                <a:gd fmla="val 16667" name="adj"/>
              </a:avLst>
            </a:prstGeom>
            <a:solidFill>
              <a:srgbClr val="539E36"/>
            </a:solidFill>
            <a:ln cap="rnd" cmpd="sng" w="1587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3" name="Google Shape;223;p5"/>
            <p:cNvSpPr txBox="1"/>
            <p:nvPr/>
          </p:nvSpPr>
          <p:spPr>
            <a:xfrm>
              <a:off x="79193" y="118198"/>
              <a:ext cx="9131061" cy="146389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10475" lIns="110475" spcFirstLastPara="1" rIns="110475" wrap="square" tIns="110475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900"/>
                <a:buFont typeface="Century Gothic"/>
                <a:buNone/>
              </a:pPr>
              <a:r>
                <a:rPr b="0" i="0" lang="es-AR" sz="2900" u="none" cap="none" strike="noStrike">
                  <a:solidFill>
                    <a:schemeClr val="lt1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Minimalidad: cada aspecto aparece una sola vez en el esquema.</a:t>
              </a:r>
              <a:endParaRPr b="0" i="0" sz="29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224" name="Google Shape;224;p5"/>
            <p:cNvSpPr/>
            <p:nvPr/>
          </p:nvSpPr>
          <p:spPr>
            <a:xfrm>
              <a:off x="0" y="1661283"/>
              <a:ext cx="9289447" cy="79539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5" name="Google Shape;225;p5"/>
            <p:cNvSpPr txBox="1"/>
            <p:nvPr/>
          </p:nvSpPr>
          <p:spPr>
            <a:xfrm>
              <a:off x="0" y="1661283"/>
              <a:ext cx="9289447" cy="79539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36825" lIns="294925" spcFirstLastPara="1" rIns="206225" wrap="square" tIns="36825">
              <a:noAutofit/>
            </a:bodyPr>
            <a:lstStyle/>
            <a:p>
              <a:pPr indent="-228600" lvl="1" marL="22860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300"/>
                <a:buFont typeface="Century Gothic"/>
                <a:buChar char="•"/>
              </a:pPr>
              <a:r>
                <a:rPr b="0" i="0" lang="es-AR" sz="2300" u="none" cap="none" strike="noStrike">
                  <a:solidFill>
                    <a:schemeClr val="dk1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Ciclo de relaciones</a:t>
              </a:r>
              <a:endParaRPr b="0" i="0" sz="23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  <a:p>
              <a:pPr indent="-228600" lvl="1" marL="228600" marR="0" rtl="0" algn="l">
                <a:lnSpc>
                  <a:spcPct val="90000"/>
                </a:lnSpc>
                <a:spcBef>
                  <a:spcPts val="460"/>
                </a:spcBef>
                <a:spcAft>
                  <a:spcPts val="0"/>
                </a:spcAft>
                <a:buClr>
                  <a:schemeClr val="dk1"/>
                </a:buClr>
                <a:buSzPts val="2300"/>
                <a:buFont typeface="Century Gothic"/>
                <a:buChar char="•"/>
              </a:pPr>
              <a:r>
                <a:rPr b="0" i="0" lang="es-AR" sz="2300" u="none" cap="none" strike="noStrike">
                  <a:solidFill>
                    <a:schemeClr val="dk1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Atributos derivados</a:t>
              </a:r>
              <a:endParaRPr b="0" i="0" sz="23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226" name="Google Shape;226;p5"/>
            <p:cNvSpPr/>
            <p:nvPr/>
          </p:nvSpPr>
          <p:spPr>
            <a:xfrm>
              <a:off x="0" y="2456681"/>
              <a:ext cx="9289447" cy="1622278"/>
            </a:xfrm>
            <a:prstGeom prst="roundRect">
              <a:avLst>
                <a:gd fmla="val 16667" name="adj"/>
              </a:avLst>
            </a:prstGeom>
            <a:solidFill>
              <a:srgbClr val="539E36"/>
            </a:solidFill>
            <a:ln cap="rnd" cmpd="sng" w="1587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7" name="Google Shape;227;p5"/>
            <p:cNvSpPr txBox="1"/>
            <p:nvPr/>
          </p:nvSpPr>
          <p:spPr>
            <a:xfrm>
              <a:off x="79193" y="2535874"/>
              <a:ext cx="9131061" cy="146389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10475" lIns="110475" spcFirstLastPara="1" rIns="110475" wrap="square" tIns="110475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900"/>
                <a:buFont typeface="Century Gothic"/>
                <a:buNone/>
              </a:pPr>
              <a:r>
                <a:rPr b="0" i="0" lang="es-AR" sz="2900" u="none" cap="none" strike="noStrike">
                  <a:solidFill>
                    <a:schemeClr val="lt1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Expresividad: representa los requerimientos de manera natural y se puede entender con facilidad.</a:t>
              </a:r>
              <a:endParaRPr/>
            </a:p>
          </p:txBody>
        </p:sp>
        <p:sp>
          <p:nvSpPr>
            <p:cNvPr id="228" name="Google Shape;228;p5"/>
            <p:cNvSpPr/>
            <p:nvPr/>
          </p:nvSpPr>
          <p:spPr>
            <a:xfrm>
              <a:off x="0" y="4078959"/>
              <a:ext cx="9289447" cy="48024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9" name="Google Shape;229;p5"/>
            <p:cNvSpPr txBox="1"/>
            <p:nvPr/>
          </p:nvSpPr>
          <p:spPr>
            <a:xfrm>
              <a:off x="0" y="4078959"/>
              <a:ext cx="9289447" cy="48024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36825" lIns="294925" spcFirstLastPara="1" rIns="206225" wrap="square" tIns="36825">
              <a:noAutofit/>
            </a:bodyPr>
            <a:lstStyle/>
            <a:p>
              <a:pPr indent="-228600" lvl="1" marL="22860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300"/>
                <a:buFont typeface="Century Gothic"/>
                <a:buChar char="•"/>
              </a:pPr>
              <a:r>
                <a:rPr b="0" i="0" lang="es-AR" sz="2300" u="none" cap="none" strike="noStrike">
                  <a:solidFill>
                    <a:schemeClr val="dk1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ejemplo3_1</a:t>
              </a:r>
              <a:endParaRPr/>
            </a:p>
          </p:txBody>
        </p:sp>
      </p:grpSp>
      <p:sp>
        <p:nvSpPr>
          <p:cNvPr id="230" name="Google Shape;230;p5"/>
          <p:cNvSpPr txBox="1"/>
          <p:nvPr>
            <p:ph idx="11" type="ftr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AR"/>
              <a:t>DBD Clase 2</a:t>
            </a:r>
            <a:endParaRPr/>
          </a:p>
        </p:txBody>
      </p:sp>
      <p:pic>
        <p:nvPicPr>
          <p:cNvPr descr="c3_5" id="231" name="Google Shape;231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689600" y="3022600"/>
            <a:ext cx="812800" cy="812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p6"/>
          <p:cNvSpPr txBox="1"/>
          <p:nvPr>
            <p:ph type="title"/>
          </p:nvPr>
        </p:nvSpPr>
        <p:spPr>
          <a:xfrm>
            <a:off x="2592925" y="624110"/>
            <a:ext cx="8911687" cy="128089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3600"/>
              <a:buFont typeface="Century Gothic"/>
              <a:buNone/>
            </a:pPr>
            <a:r>
              <a:rPr lang="es-AR"/>
              <a:t>Revisiones del modelo conceptual</a:t>
            </a:r>
            <a:endParaRPr/>
          </a:p>
        </p:txBody>
      </p:sp>
      <p:grpSp>
        <p:nvGrpSpPr>
          <p:cNvPr id="238" name="Google Shape;238;p6"/>
          <p:cNvGrpSpPr/>
          <p:nvPr/>
        </p:nvGrpSpPr>
        <p:grpSpPr>
          <a:xfrm>
            <a:off x="2215166" y="1427547"/>
            <a:ext cx="9289447" cy="4370400"/>
            <a:chOff x="0" y="113902"/>
            <a:chExt cx="9289447" cy="4370400"/>
          </a:xfrm>
        </p:grpSpPr>
        <p:sp>
          <p:nvSpPr>
            <p:cNvPr id="239" name="Google Shape;239;p6"/>
            <p:cNvSpPr/>
            <p:nvPr/>
          </p:nvSpPr>
          <p:spPr>
            <a:xfrm>
              <a:off x="0" y="113902"/>
              <a:ext cx="9289447" cy="2283840"/>
            </a:xfrm>
            <a:prstGeom prst="roundRect">
              <a:avLst>
                <a:gd fmla="val 16667" name="adj"/>
              </a:avLst>
            </a:prstGeom>
            <a:solidFill>
              <a:srgbClr val="539E36"/>
            </a:solidFill>
            <a:ln cap="rnd" cmpd="sng" w="1587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0" name="Google Shape;240;p6"/>
            <p:cNvSpPr txBox="1"/>
            <p:nvPr/>
          </p:nvSpPr>
          <p:spPr>
            <a:xfrm>
              <a:off x="111488" y="225390"/>
              <a:ext cx="9066471" cy="206086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3200"/>
                <a:buFont typeface="Century Gothic"/>
                <a:buNone/>
              </a:pPr>
              <a:r>
                <a:rPr b="0" i="0" lang="es-AR" sz="3200" u="none" cap="none" strike="noStrike">
                  <a:solidFill>
                    <a:schemeClr val="lt1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Autoexplicación: esquema se explica a si mismos cuando puede representarse un gran número de propiedades usando el modelo conceptual, sin otros formalismos.</a:t>
              </a:r>
              <a:endParaRPr b="0" i="0" sz="32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241" name="Google Shape;241;p6"/>
            <p:cNvSpPr/>
            <p:nvPr/>
          </p:nvSpPr>
          <p:spPr>
            <a:xfrm>
              <a:off x="0" y="2397742"/>
              <a:ext cx="9289447" cy="208656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2" name="Google Shape;242;p6"/>
            <p:cNvSpPr txBox="1"/>
            <p:nvPr/>
          </p:nvSpPr>
          <p:spPr>
            <a:xfrm>
              <a:off x="0" y="2397742"/>
              <a:ext cx="9289447" cy="208656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0625" lIns="294925" spcFirstLastPara="1" rIns="227575" wrap="square" tIns="40625">
              <a:noAutofit/>
            </a:bodyPr>
            <a:lstStyle/>
            <a:p>
              <a:pPr indent="-228600" lvl="1" marL="22860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500"/>
                <a:buFont typeface="Century Gothic"/>
                <a:buChar char="•"/>
              </a:pPr>
              <a:r>
                <a:rPr b="0" i="0" lang="es-AR" sz="2500" u="none" cap="none" strike="noStrike">
                  <a:solidFill>
                    <a:schemeClr val="dk1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Eliminar sub-entidades colgantes de la generalización</a:t>
              </a:r>
              <a:endParaRPr b="0" i="0" sz="25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  <a:p>
              <a:pPr indent="-228600" lvl="1" marL="228600" marR="0" rtl="0" algn="l">
                <a:lnSpc>
                  <a:spcPct val="90000"/>
                </a:lnSpc>
                <a:spcBef>
                  <a:spcPts val="500"/>
                </a:spcBef>
                <a:spcAft>
                  <a:spcPts val="0"/>
                </a:spcAft>
                <a:buClr>
                  <a:schemeClr val="dk1"/>
                </a:buClr>
                <a:buSzPts val="2500"/>
                <a:buFont typeface="Century Gothic"/>
                <a:buChar char="•"/>
              </a:pPr>
              <a:r>
                <a:rPr b="0" i="0" lang="es-AR" sz="2500" u="none" cap="none" strike="noStrike">
                  <a:solidFill>
                    <a:schemeClr val="dk1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Eliminar entidades colgantes</a:t>
              </a:r>
              <a:endParaRPr b="0" i="0" sz="25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  <a:p>
              <a:pPr indent="-228600" lvl="1" marL="228600" marR="0" rtl="0" algn="l">
                <a:lnSpc>
                  <a:spcPct val="90000"/>
                </a:lnSpc>
                <a:spcBef>
                  <a:spcPts val="500"/>
                </a:spcBef>
                <a:spcAft>
                  <a:spcPts val="0"/>
                </a:spcAft>
                <a:buClr>
                  <a:schemeClr val="dk1"/>
                </a:buClr>
                <a:buSzPts val="2500"/>
                <a:buFont typeface="Century Gothic"/>
                <a:buChar char="•"/>
              </a:pPr>
              <a:r>
                <a:rPr b="0" i="0" lang="es-AR" sz="2500" u="none" cap="none" strike="noStrike">
                  <a:solidFill>
                    <a:schemeClr val="dk1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Crear generalización: dos entidades similares, crea una jerarquía de generalización</a:t>
              </a:r>
              <a:endParaRPr b="0" i="0" sz="25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  <a:p>
              <a:pPr indent="-228600" lvl="1" marL="228600" marR="0" rtl="0" algn="l">
                <a:lnSpc>
                  <a:spcPct val="90000"/>
                </a:lnSpc>
                <a:spcBef>
                  <a:spcPts val="500"/>
                </a:spcBef>
                <a:spcAft>
                  <a:spcPts val="0"/>
                </a:spcAft>
                <a:buClr>
                  <a:schemeClr val="dk1"/>
                </a:buClr>
                <a:buSzPts val="2500"/>
                <a:buFont typeface="Century Gothic"/>
                <a:buChar char="•"/>
              </a:pPr>
              <a:r>
                <a:rPr b="0" i="0" lang="es-AR" sz="2500" u="none" cap="none" strike="noStrike">
                  <a:solidFill>
                    <a:schemeClr val="dk1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Crear Subconjuntos</a:t>
              </a:r>
              <a:endParaRPr b="0" i="0" sz="25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</p:grpSp>
      <p:sp>
        <p:nvSpPr>
          <p:cNvPr id="243" name="Google Shape;243;p6"/>
          <p:cNvSpPr txBox="1"/>
          <p:nvPr>
            <p:ph idx="11" type="ftr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AR"/>
              <a:t>DBD Clase 2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7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p7"/>
          <p:cNvSpPr txBox="1"/>
          <p:nvPr>
            <p:ph type="title"/>
          </p:nvPr>
        </p:nvSpPr>
        <p:spPr>
          <a:xfrm>
            <a:off x="2592925" y="624110"/>
            <a:ext cx="8911687" cy="128089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3600"/>
              <a:buFont typeface="Century Gothic"/>
              <a:buNone/>
            </a:pPr>
            <a:r>
              <a:rPr lang="es-AR"/>
              <a:t>Revisiones del modelo conceptual</a:t>
            </a:r>
            <a:endParaRPr/>
          </a:p>
        </p:txBody>
      </p:sp>
      <p:grpSp>
        <p:nvGrpSpPr>
          <p:cNvPr id="249" name="Google Shape;249;p7"/>
          <p:cNvGrpSpPr/>
          <p:nvPr/>
        </p:nvGrpSpPr>
        <p:grpSpPr>
          <a:xfrm>
            <a:off x="2086377" y="1996298"/>
            <a:ext cx="9418236" cy="3606385"/>
            <a:chOff x="0" y="309166"/>
            <a:chExt cx="9418236" cy="3606385"/>
          </a:xfrm>
        </p:grpSpPr>
        <p:sp>
          <p:nvSpPr>
            <p:cNvPr id="250" name="Google Shape;250;p7"/>
            <p:cNvSpPr/>
            <p:nvPr/>
          </p:nvSpPr>
          <p:spPr>
            <a:xfrm>
              <a:off x="0" y="309166"/>
              <a:ext cx="9418236" cy="1460160"/>
            </a:xfrm>
            <a:prstGeom prst="roundRect">
              <a:avLst>
                <a:gd fmla="val 16667" name="adj"/>
              </a:avLst>
            </a:prstGeom>
            <a:solidFill>
              <a:srgbClr val="539E36"/>
            </a:solidFill>
            <a:ln cap="rnd" cmpd="sng" w="1587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1" name="Google Shape;251;p7"/>
            <p:cNvSpPr txBox="1"/>
            <p:nvPr/>
          </p:nvSpPr>
          <p:spPr>
            <a:xfrm>
              <a:off x="71279" y="380445"/>
              <a:ext cx="9275678" cy="131760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9050" lIns="99050" spcFirstLastPara="1" rIns="99050" wrap="square" tIns="9905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600"/>
                <a:buFont typeface="Century Gothic"/>
                <a:buNone/>
              </a:pPr>
              <a:r>
                <a:rPr b="0" i="0" lang="es-AR" sz="2600" u="none" cap="none" strike="noStrike">
                  <a:solidFill>
                    <a:schemeClr val="lt1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Extensibilidad: un esquema se adapta fácilmente a requerimientos cambiantes cuando puede descomponerse en partes, donde se hacen los cambios</a:t>
              </a:r>
              <a:endParaRPr b="0" i="0" sz="26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252" name="Google Shape;252;p7"/>
            <p:cNvSpPr/>
            <p:nvPr/>
          </p:nvSpPr>
          <p:spPr>
            <a:xfrm>
              <a:off x="0" y="1844206"/>
              <a:ext cx="9418236" cy="672024"/>
            </a:xfrm>
            <a:prstGeom prst="roundRect">
              <a:avLst>
                <a:gd fmla="val 16667" name="adj"/>
              </a:avLst>
            </a:prstGeom>
            <a:solidFill>
              <a:srgbClr val="539E36"/>
            </a:solidFill>
            <a:ln cap="rnd" cmpd="sng" w="1587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3" name="Google Shape;253;p7"/>
            <p:cNvSpPr txBox="1"/>
            <p:nvPr/>
          </p:nvSpPr>
          <p:spPr>
            <a:xfrm>
              <a:off x="32806" y="1877012"/>
              <a:ext cx="9352624" cy="60641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9050" lIns="99050" spcFirstLastPara="1" rIns="99050" wrap="square" tIns="9905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600"/>
                <a:buFont typeface="Century Gothic"/>
                <a:buNone/>
              </a:pPr>
              <a:r>
                <a:rPr b="0" i="0" lang="es-AR" sz="2600" u="none" cap="none" strike="noStrike">
                  <a:solidFill>
                    <a:schemeClr val="lt1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Legibilidad:</a:t>
              </a:r>
              <a:endParaRPr b="0" i="0" sz="26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254" name="Google Shape;254;p7"/>
            <p:cNvSpPr/>
            <p:nvPr/>
          </p:nvSpPr>
          <p:spPr>
            <a:xfrm>
              <a:off x="0" y="2516231"/>
              <a:ext cx="9418236" cy="139932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5" name="Google Shape;255;p7"/>
            <p:cNvSpPr txBox="1"/>
            <p:nvPr/>
          </p:nvSpPr>
          <p:spPr>
            <a:xfrm>
              <a:off x="0" y="2516231"/>
              <a:ext cx="9418236" cy="139932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33000" lIns="299025" spcFirstLastPara="1" rIns="184900" wrap="square" tIns="33000">
              <a:noAutofit/>
            </a:bodyPr>
            <a:lstStyle/>
            <a:p>
              <a:pPr indent="-228600" lvl="1" marL="22860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Century Gothic"/>
                <a:buChar char="•"/>
              </a:pPr>
              <a:r>
                <a:rPr b="0" i="0" lang="es-AR" sz="2000" u="none" cap="none" strike="noStrike">
                  <a:solidFill>
                    <a:schemeClr val="dk1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Utilizar herramientas automatizadas</a:t>
              </a:r>
              <a:endParaRPr/>
            </a:p>
            <a:p>
              <a:pPr indent="-228600" lvl="1" marL="228600" marR="0" rtl="0" algn="l">
                <a:lnSpc>
                  <a:spcPct val="90000"/>
                </a:lnSpc>
                <a:spcBef>
                  <a:spcPts val="40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Century Gothic"/>
                <a:buChar char="•"/>
              </a:pPr>
              <a:r>
                <a:rPr b="0" i="0" lang="es-AR" sz="2000" u="none" cap="none" strike="noStrike">
                  <a:solidFill>
                    <a:schemeClr val="dk1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Estructuras simétricas</a:t>
              </a:r>
              <a:endParaRPr/>
            </a:p>
            <a:p>
              <a:pPr indent="-228600" lvl="1" marL="228600" marR="0" rtl="0" algn="l">
                <a:lnSpc>
                  <a:spcPct val="90000"/>
                </a:lnSpc>
                <a:spcBef>
                  <a:spcPts val="40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Century Gothic"/>
                <a:buChar char="•"/>
              </a:pPr>
              <a:r>
                <a:rPr b="0" i="0" lang="es-AR" sz="2000" u="none" cap="none" strike="noStrike">
                  <a:solidFill>
                    <a:schemeClr val="dk1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Se minimiza el número de cruces</a:t>
              </a:r>
              <a:endParaRPr b="0" i="0" sz="20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  <a:p>
              <a:pPr indent="-228600" lvl="1" marL="228600" marR="0" rtl="0" algn="l">
                <a:lnSpc>
                  <a:spcPct val="90000"/>
                </a:lnSpc>
                <a:spcBef>
                  <a:spcPts val="40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Century Gothic"/>
                <a:buChar char="•"/>
              </a:pPr>
              <a:r>
                <a:rPr b="0" i="0" lang="es-AR" sz="2000" u="none" cap="none" strike="noStrike">
                  <a:solidFill>
                    <a:schemeClr val="dk1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Generalización sobre los hijos</a:t>
              </a:r>
              <a:endParaRPr b="0" i="0" sz="20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</p:grpSp>
      <p:sp>
        <p:nvSpPr>
          <p:cNvPr id="256" name="Google Shape;256;p7"/>
          <p:cNvSpPr txBox="1"/>
          <p:nvPr>
            <p:ph idx="11" type="ftr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AR"/>
              <a:t>DBD Clase 2</a:t>
            </a:r>
            <a:endParaRPr/>
          </a:p>
        </p:txBody>
      </p:sp>
      <p:pic>
        <p:nvPicPr>
          <p:cNvPr descr="c3_7" id="257" name="Google Shape;257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689600" y="3022600"/>
            <a:ext cx="812800" cy="812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p8"/>
          <p:cNvSpPr txBox="1"/>
          <p:nvPr>
            <p:ph type="title"/>
          </p:nvPr>
        </p:nvSpPr>
        <p:spPr>
          <a:xfrm>
            <a:off x="2592925" y="624110"/>
            <a:ext cx="8911687" cy="128089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3600"/>
              <a:buFont typeface="Century Gothic"/>
              <a:buNone/>
            </a:pPr>
            <a:r>
              <a:rPr lang="es-AR"/>
              <a:t>Modelo lógico</a:t>
            </a:r>
            <a:endParaRPr/>
          </a:p>
        </p:txBody>
      </p:sp>
      <p:sp>
        <p:nvSpPr>
          <p:cNvPr id="263" name="Google Shape;263;p8"/>
          <p:cNvSpPr txBox="1"/>
          <p:nvPr>
            <p:ph idx="1" type="body"/>
          </p:nvPr>
        </p:nvSpPr>
        <p:spPr>
          <a:xfrm>
            <a:off x="2434107" y="1803042"/>
            <a:ext cx="9070505" cy="41081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Char char="🠶"/>
            </a:pPr>
            <a:r>
              <a:rPr lang="es-AR"/>
              <a:t>Diseño lógico de alto nivel usando E-R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600"/>
              <a:buChar char="🠶"/>
            </a:pPr>
            <a:r>
              <a:rPr lang="es-AR"/>
              <a:t>Convertir el esquema conceptual en un esquema lógico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600"/>
              <a:buChar char="🠶"/>
            </a:pPr>
            <a:r>
              <a:rPr lang="es-AR"/>
              <a:t>Enfoque global del diseño lógico</a:t>
            </a:r>
            <a:endParaRPr/>
          </a:p>
        </p:txBody>
      </p:sp>
      <p:grpSp>
        <p:nvGrpSpPr>
          <p:cNvPr id="264" name="Google Shape;264;p8"/>
          <p:cNvGrpSpPr/>
          <p:nvPr/>
        </p:nvGrpSpPr>
        <p:grpSpPr>
          <a:xfrm>
            <a:off x="2894011" y="3486954"/>
            <a:ext cx="7315200" cy="1828800"/>
            <a:chOff x="336" y="2544"/>
            <a:chExt cx="4608" cy="1152"/>
          </a:xfrm>
        </p:grpSpPr>
        <p:sp>
          <p:nvSpPr>
            <p:cNvPr id="265" name="Google Shape;265;p8"/>
            <p:cNvSpPr/>
            <p:nvPr/>
          </p:nvSpPr>
          <p:spPr>
            <a:xfrm>
              <a:off x="336" y="2880"/>
              <a:ext cx="816" cy="432"/>
            </a:xfrm>
            <a:prstGeom prst="rect">
              <a:avLst/>
            </a:prstGeom>
            <a:solidFill>
              <a:srgbClr val="B2B2B2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s-AR" sz="1800" u="none" cap="none" strike="noStrike">
                  <a:solidFill>
                    <a:schemeClr val="dk1"/>
                  </a:solidFill>
                  <a:latin typeface="Tahoma"/>
                  <a:ea typeface="Tahoma"/>
                  <a:cs typeface="Tahoma"/>
                  <a:sym typeface="Tahoma"/>
                </a:rPr>
                <a:t>Esquema </a:t>
              </a:r>
              <a:endParaRPr/>
            </a:p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s-AR" sz="1800" u="none" cap="none" strike="noStrike">
                  <a:solidFill>
                    <a:schemeClr val="dk1"/>
                  </a:solidFill>
                  <a:latin typeface="Tahoma"/>
                  <a:ea typeface="Tahoma"/>
                  <a:cs typeface="Tahoma"/>
                  <a:sym typeface="Tahoma"/>
                </a:rPr>
                <a:t>conceptual</a:t>
              </a:r>
              <a:endParaRPr b="0" i="0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266" name="Google Shape;266;p8"/>
            <p:cNvSpPr/>
            <p:nvPr/>
          </p:nvSpPr>
          <p:spPr>
            <a:xfrm>
              <a:off x="2208" y="3264"/>
              <a:ext cx="816" cy="432"/>
            </a:xfrm>
            <a:prstGeom prst="rect">
              <a:avLst/>
            </a:prstGeom>
            <a:solidFill>
              <a:srgbClr val="B2B2B2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s-AR" sz="2000" u="none" cap="none" strike="noStrike">
                  <a:solidFill>
                    <a:schemeClr val="dk1"/>
                  </a:solidFill>
                  <a:latin typeface="Tahoma"/>
                  <a:ea typeface="Tahoma"/>
                  <a:cs typeface="Tahoma"/>
                  <a:sym typeface="Tahoma"/>
                </a:rPr>
                <a:t>Diseño</a:t>
              </a:r>
              <a:endParaRPr/>
            </a:p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s-AR" sz="2000" u="none" cap="none" strike="noStrike">
                  <a:solidFill>
                    <a:schemeClr val="dk1"/>
                  </a:solidFill>
                  <a:latin typeface="Tahoma"/>
                  <a:ea typeface="Tahoma"/>
                  <a:cs typeface="Tahoma"/>
                  <a:sym typeface="Tahoma"/>
                </a:rPr>
                <a:t>Lógico</a:t>
              </a:r>
              <a:endParaRPr b="0" i="0" sz="20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267" name="Google Shape;267;p8"/>
            <p:cNvSpPr/>
            <p:nvPr/>
          </p:nvSpPr>
          <p:spPr>
            <a:xfrm>
              <a:off x="4128" y="2976"/>
              <a:ext cx="816" cy="432"/>
            </a:xfrm>
            <a:prstGeom prst="rect">
              <a:avLst/>
            </a:prstGeom>
            <a:solidFill>
              <a:srgbClr val="B2B2B2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s-AR" sz="1800" u="none" cap="none" strike="noStrike">
                  <a:solidFill>
                    <a:schemeClr val="dk1"/>
                  </a:solidFill>
                  <a:latin typeface="Tahoma"/>
                  <a:ea typeface="Tahoma"/>
                  <a:cs typeface="Tahoma"/>
                  <a:sym typeface="Tahoma"/>
                </a:rPr>
                <a:t>Criterios de</a:t>
              </a:r>
              <a:endParaRPr/>
            </a:p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s-AR" sz="1800" u="none" cap="none" strike="noStrike">
                  <a:solidFill>
                    <a:schemeClr val="dk1"/>
                  </a:solidFill>
                  <a:latin typeface="Tahoma"/>
                  <a:ea typeface="Tahoma"/>
                  <a:cs typeface="Tahoma"/>
                  <a:sym typeface="Tahoma"/>
                </a:rPr>
                <a:t>rendimiento</a:t>
              </a:r>
              <a:endParaRPr b="0" i="0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268" name="Google Shape;268;p8"/>
            <p:cNvSpPr/>
            <p:nvPr/>
          </p:nvSpPr>
          <p:spPr>
            <a:xfrm>
              <a:off x="2736" y="2544"/>
              <a:ext cx="1248" cy="432"/>
            </a:xfrm>
            <a:prstGeom prst="rect">
              <a:avLst/>
            </a:prstGeom>
            <a:solidFill>
              <a:srgbClr val="B2B2B2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s-AR" sz="1800" u="none" cap="none" strike="noStrike">
                  <a:solidFill>
                    <a:schemeClr val="dk1"/>
                  </a:solidFill>
                  <a:latin typeface="Tahoma"/>
                  <a:ea typeface="Tahoma"/>
                  <a:cs typeface="Tahoma"/>
                  <a:sym typeface="Tahoma"/>
                </a:rPr>
                <a:t>Descr. del modelo</a:t>
              </a:r>
              <a:endParaRPr/>
            </a:p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s-AR" sz="1800" u="none" cap="none" strike="noStrike">
                  <a:solidFill>
                    <a:schemeClr val="dk1"/>
                  </a:solidFill>
                  <a:latin typeface="Tahoma"/>
                  <a:ea typeface="Tahoma"/>
                  <a:cs typeface="Tahoma"/>
                  <a:sym typeface="Tahoma"/>
                </a:rPr>
                <a:t>lógico objetivo</a:t>
              </a:r>
              <a:endParaRPr b="0" i="0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269" name="Google Shape;269;p8"/>
            <p:cNvSpPr/>
            <p:nvPr/>
          </p:nvSpPr>
          <p:spPr>
            <a:xfrm>
              <a:off x="1344" y="2544"/>
              <a:ext cx="960" cy="432"/>
            </a:xfrm>
            <a:prstGeom prst="rect">
              <a:avLst/>
            </a:prstGeom>
            <a:solidFill>
              <a:srgbClr val="B2B2B2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s-AR" sz="1800" u="none" cap="none" strike="noStrike">
                  <a:solidFill>
                    <a:schemeClr val="dk1"/>
                  </a:solidFill>
                  <a:latin typeface="Tahoma"/>
                  <a:ea typeface="Tahoma"/>
                  <a:cs typeface="Tahoma"/>
                  <a:sym typeface="Tahoma"/>
                </a:rPr>
                <a:t>Info de carga</a:t>
              </a:r>
              <a:endParaRPr/>
            </a:p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s-AR" sz="1800" u="none" cap="none" strike="noStrike">
                  <a:solidFill>
                    <a:schemeClr val="dk1"/>
                  </a:solidFill>
                  <a:latin typeface="Tahoma"/>
                  <a:ea typeface="Tahoma"/>
                  <a:cs typeface="Tahoma"/>
                  <a:sym typeface="Tahoma"/>
                </a:rPr>
                <a:t>de BD</a:t>
              </a:r>
              <a:endParaRPr b="0" i="0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cxnSp>
          <p:nvCxnSpPr>
            <p:cNvPr id="270" name="Google Shape;270;p8"/>
            <p:cNvCxnSpPr/>
            <p:nvPr/>
          </p:nvCxnSpPr>
          <p:spPr>
            <a:xfrm>
              <a:off x="1152" y="3120"/>
              <a:ext cx="1056" cy="336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med" w="med" type="none"/>
              <a:tailEnd len="med" w="med" type="triangle"/>
            </a:ln>
          </p:spPr>
        </p:cxnSp>
        <p:cxnSp>
          <p:nvCxnSpPr>
            <p:cNvPr id="271" name="Google Shape;271;p8"/>
            <p:cNvCxnSpPr/>
            <p:nvPr/>
          </p:nvCxnSpPr>
          <p:spPr>
            <a:xfrm>
              <a:off x="1872" y="2976"/>
              <a:ext cx="432" cy="288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med" w="med" type="none"/>
              <a:tailEnd len="med" w="med" type="triangle"/>
            </a:ln>
          </p:spPr>
        </p:cxnSp>
        <p:cxnSp>
          <p:nvCxnSpPr>
            <p:cNvPr id="272" name="Google Shape;272;p8"/>
            <p:cNvCxnSpPr/>
            <p:nvPr/>
          </p:nvCxnSpPr>
          <p:spPr>
            <a:xfrm flipH="1">
              <a:off x="2784" y="2976"/>
              <a:ext cx="288" cy="288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med" w="med" type="none"/>
              <a:tailEnd len="med" w="med" type="triangle"/>
            </a:ln>
          </p:spPr>
        </p:cxnSp>
        <p:cxnSp>
          <p:nvCxnSpPr>
            <p:cNvPr id="273" name="Google Shape;273;p8"/>
            <p:cNvCxnSpPr/>
            <p:nvPr/>
          </p:nvCxnSpPr>
          <p:spPr>
            <a:xfrm flipH="1">
              <a:off x="3024" y="3264"/>
              <a:ext cx="1104" cy="192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med" w="med" type="none"/>
              <a:tailEnd len="med" w="med" type="triangle"/>
            </a:ln>
          </p:spPr>
        </p:cxnSp>
      </p:grpSp>
      <p:sp>
        <p:nvSpPr>
          <p:cNvPr id="274" name="Google Shape;274;p8"/>
          <p:cNvSpPr txBox="1"/>
          <p:nvPr>
            <p:ph idx="11" type="ftr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AR"/>
              <a:t>DBD Clase 2</a:t>
            </a:r>
            <a:endParaRPr/>
          </a:p>
        </p:txBody>
      </p:sp>
      <p:pic>
        <p:nvPicPr>
          <p:cNvPr descr="c3_8" id="275" name="Google Shape;275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689600" y="3022600"/>
            <a:ext cx="812800" cy="812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9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p9"/>
          <p:cNvSpPr txBox="1"/>
          <p:nvPr>
            <p:ph type="title"/>
          </p:nvPr>
        </p:nvSpPr>
        <p:spPr>
          <a:xfrm>
            <a:off x="2592925" y="624110"/>
            <a:ext cx="8911687" cy="128089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3600"/>
              <a:buFont typeface="Century Gothic"/>
              <a:buNone/>
            </a:pPr>
            <a:r>
              <a:rPr lang="es-AR"/>
              <a:t>Modelo lógico</a:t>
            </a:r>
            <a:endParaRPr/>
          </a:p>
        </p:txBody>
      </p:sp>
      <p:grpSp>
        <p:nvGrpSpPr>
          <p:cNvPr id="281" name="Google Shape;281;p9"/>
          <p:cNvGrpSpPr/>
          <p:nvPr/>
        </p:nvGrpSpPr>
        <p:grpSpPr>
          <a:xfrm>
            <a:off x="2589213" y="2176824"/>
            <a:ext cx="8915400" cy="3691801"/>
            <a:chOff x="0" y="43224"/>
            <a:chExt cx="8915400" cy="3691801"/>
          </a:xfrm>
        </p:grpSpPr>
        <p:sp>
          <p:nvSpPr>
            <p:cNvPr id="282" name="Google Shape;282;p9"/>
            <p:cNvSpPr/>
            <p:nvPr/>
          </p:nvSpPr>
          <p:spPr>
            <a:xfrm>
              <a:off x="0" y="43224"/>
              <a:ext cx="8915400" cy="959400"/>
            </a:xfrm>
            <a:prstGeom prst="roundRect">
              <a:avLst>
                <a:gd fmla="val 16667" name="adj"/>
              </a:avLst>
            </a:prstGeom>
            <a:solidFill>
              <a:srgbClr val="539E36"/>
            </a:solidFill>
            <a:ln cap="rnd" cmpd="sng" w="1587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3" name="Google Shape;283;p9"/>
            <p:cNvSpPr txBox="1"/>
            <p:nvPr/>
          </p:nvSpPr>
          <p:spPr>
            <a:xfrm>
              <a:off x="46834" y="90058"/>
              <a:ext cx="8821732" cy="8657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52400" lIns="152400" spcFirstLastPara="1" rIns="152400" wrap="square" tIns="15240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4000"/>
                <a:buFont typeface="Century Gothic"/>
                <a:buNone/>
              </a:pPr>
              <a:r>
                <a:rPr b="0" i="0" lang="es-AR" sz="4000" u="none" cap="none" strike="noStrike">
                  <a:solidFill>
                    <a:schemeClr val="lt1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Decisiones</a:t>
              </a:r>
              <a:endParaRPr/>
            </a:p>
          </p:txBody>
        </p:sp>
        <p:sp>
          <p:nvSpPr>
            <p:cNvPr id="284" name="Google Shape;284;p9"/>
            <p:cNvSpPr/>
            <p:nvPr/>
          </p:nvSpPr>
          <p:spPr>
            <a:xfrm>
              <a:off x="0" y="1002625"/>
              <a:ext cx="8915400" cy="2732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5" name="Google Shape;285;p9"/>
            <p:cNvSpPr txBox="1"/>
            <p:nvPr/>
          </p:nvSpPr>
          <p:spPr>
            <a:xfrm>
              <a:off x="0" y="1002625"/>
              <a:ext cx="8915400" cy="2732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50800" lIns="283050" spcFirstLastPara="1" rIns="284475" wrap="square" tIns="50800">
              <a:noAutofit/>
            </a:bodyPr>
            <a:lstStyle/>
            <a:p>
              <a:pPr indent="-285750" lvl="1" marL="28575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3100"/>
                <a:buFont typeface="Century Gothic"/>
                <a:buChar char="•"/>
              </a:pPr>
              <a:r>
                <a:rPr b="0" i="0" lang="es-AR" sz="3100" u="none" cap="none" strike="noStrike">
                  <a:solidFill>
                    <a:schemeClr val="dk1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Atributos derivados</a:t>
              </a:r>
              <a:endParaRPr/>
            </a:p>
            <a:p>
              <a:pPr indent="-285750" lvl="1" marL="285750" marR="0" rtl="0" algn="l">
                <a:lnSpc>
                  <a:spcPct val="90000"/>
                </a:lnSpc>
                <a:spcBef>
                  <a:spcPts val="620"/>
                </a:spcBef>
                <a:spcAft>
                  <a:spcPts val="0"/>
                </a:spcAft>
                <a:buClr>
                  <a:schemeClr val="dk1"/>
                </a:buClr>
                <a:buSzPts val="3100"/>
                <a:buFont typeface="Century Gothic"/>
                <a:buChar char="•"/>
              </a:pPr>
              <a:r>
                <a:rPr b="0" i="0" lang="es-AR" sz="3100" u="none" cap="none" strike="noStrike">
                  <a:solidFill>
                    <a:schemeClr val="dk1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Atributos polivalentes</a:t>
              </a:r>
              <a:endParaRPr/>
            </a:p>
            <a:p>
              <a:pPr indent="-285750" lvl="1" marL="285750" marR="0" rtl="0" algn="l">
                <a:lnSpc>
                  <a:spcPct val="90000"/>
                </a:lnSpc>
                <a:spcBef>
                  <a:spcPts val="620"/>
                </a:spcBef>
                <a:spcAft>
                  <a:spcPts val="0"/>
                </a:spcAft>
                <a:buClr>
                  <a:schemeClr val="dk1"/>
                </a:buClr>
                <a:buSzPts val="3100"/>
                <a:buFont typeface="Century Gothic"/>
                <a:buChar char="•"/>
              </a:pPr>
              <a:r>
                <a:rPr b="0" i="0" lang="es-AR" sz="3100" u="none" cap="none" strike="noStrike">
                  <a:solidFill>
                    <a:schemeClr val="dk1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Atributos compuestos</a:t>
              </a:r>
              <a:endParaRPr/>
            </a:p>
            <a:p>
              <a:pPr indent="-285750" lvl="1" marL="285750" marR="0" rtl="0" algn="l">
                <a:lnSpc>
                  <a:spcPct val="90000"/>
                </a:lnSpc>
                <a:spcBef>
                  <a:spcPts val="620"/>
                </a:spcBef>
                <a:spcAft>
                  <a:spcPts val="0"/>
                </a:spcAft>
                <a:buClr>
                  <a:schemeClr val="dk1"/>
                </a:buClr>
                <a:buSzPts val="3100"/>
                <a:buFont typeface="Century Gothic"/>
                <a:buChar char="•"/>
              </a:pPr>
              <a:r>
                <a:rPr b="0" i="0" lang="es-AR" sz="3100" u="none" cap="none" strike="noStrike">
                  <a:solidFill>
                    <a:schemeClr val="dk1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Ciclo de relaciones</a:t>
              </a:r>
              <a:endParaRPr/>
            </a:p>
            <a:p>
              <a:pPr indent="-285750" lvl="1" marL="285750" marR="0" rtl="0" algn="l">
                <a:lnSpc>
                  <a:spcPct val="90000"/>
                </a:lnSpc>
                <a:spcBef>
                  <a:spcPts val="620"/>
                </a:spcBef>
                <a:spcAft>
                  <a:spcPts val="0"/>
                </a:spcAft>
                <a:buClr>
                  <a:schemeClr val="dk1"/>
                </a:buClr>
                <a:buSzPts val="3100"/>
                <a:buFont typeface="Century Gothic"/>
                <a:buChar char="•"/>
              </a:pPr>
              <a:r>
                <a:rPr b="0" i="0" lang="es-AR" sz="3100" u="none" cap="none" strike="noStrike">
                  <a:solidFill>
                    <a:schemeClr val="dk1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Jerarquías</a:t>
              </a:r>
              <a:endParaRPr/>
            </a:p>
          </p:txBody>
        </p:sp>
      </p:grpSp>
      <p:sp>
        <p:nvSpPr>
          <p:cNvPr id="286" name="Google Shape;286;p9"/>
          <p:cNvSpPr txBox="1"/>
          <p:nvPr>
            <p:ph idx="11" type="ftr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AR"/>
              <a:t>DBD Clase 2</a:t>
            </a:r>
            <a:endParaRPr/>
          </a:p>
        </p:txBody>
      </p:sp>
      <p:pic>
        <p:nvPicPr>
          <p:cNvPr descr="c3_9" id="287" name="Google Shape;287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689600" y="3022600"/>
            <a:ext cx="812800" cy="812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Google Shape;292;p10"/>
          <p:cNvSpPr txBox="1"/>
          <p:nvPr>
            <p:ph type="title"/>
          </p:nvPr>
        </p:nvSpPr>
        <p:spPr>
          <a:xfrm>
            <a:off x="2592925" y="624110"/>
            <a:ext cx="8911687" cy="128089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3600"/>
              <a:buFont typeface="Century Gothic"/>
              <a:buNone/>
            </a:pPr>
            <a:r>
              <a:rPr lang="es-AR"/>
              <a:t>Moldelo logico</a:t>
            </a:r>
            <a:endParaRPr/>
          </a:p>
        </p:txBody>
      </p:sp>
      <p:grpSp>
        <p:nvGrpSpPr>
          <p:cNvPr id="293" name="Google Shape;293;p10"/>
          <p:cNvGrpSpPr/>
          <p:nvPr/>
        </p:nvGrpSpPr>
        <p:grpSpPr>
          <a:xfrm>
            <a:off x="2589213" y="2258409"/>
            <a:ext cx="8915400" cy="3528631"/>
            <a:chOff x="0" y="124809"/>
            <a:chExt cx="8915400" cy="3528631"/>
          </a:xfrm>
        </p:grpSpPr>
        <p:sp>
          <p:nvSpPr>
            <p:cNvPr id="294" name="Google Shape;294;p10"/>
            <p:cNvSpPr/>
            <p:nvPr/>
          </p:nvSpPr>
          <p:spPr>
            <a:xfrm>
              <a:off x="0" y="124809"/>
              <a:ext cx="8915400" cy="503685"/>
            </a:xfrm>
            <a:prstGeom prst="roundRect">
              <a:avLst>
                <a:gd fmla="val 16667" name="adj"/>
              </a:avLst>
            </a:prstGeom>
            <a:solidFill>
              <a:srgbClr val="539E36"/>
            </a:solidFill>
            <a:ln cap="rnd" cmpd="sng" w="1587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5" name="Google Shape;295;p10"/>
            <p:cNvSpPr txBox="1"/>
            <p:nvPr/>
          </p:nvSpPr>
          <p:spPr>
            <a:xfrm>
              <a:off x="24588" y="149397"/>
              <a:ext cx="8866224" cy="45450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80000" lIns="80000" spcFirstLastPara="1" rIns="80000" wrap="square" tIns="8000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100"/>
                <a:buFont typeface="Century Gothic"/>
                <a:buNone/>
              </a:pPr>
              <a:r>
                <a:rPr b="0" i="0" lang="es-AR" sz="2100" u="none" cap="none" strike="noStrike">
                  <a:solidFill>
                    <a:schemeClr val="lt1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Atributos derivados</a:t>
              </a:r>
              <a:endParaRPr/>
            </a:p>
          </p:txBody>
        </p:sp>
        <p:sp>
          <p:nvSpPr>
            <p:cNvPr id="296" name="Google Shape;296;p10"/>
            <p:cNvSpPr/>
            <p:nvPr/>
          </p:nvSpPr>
          <p:spPr>
            <a:xfrm>
              <a:off x="0" y="628495"/>
              <a:ext cx="8915400" cy="82593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7" name="Google Shape;297;p10"/>
            <p:cNvSpPr txBox="1"/>
            <p:nvPr/>
          </p:nvSpPr>
          <p:spPr>
            <a:xfrm>
              <a:off x="0" y="628495"/>
              <a:ext cx="8915400" cy="82593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26650" lIns="283050" spcFirstLastPara="1" rIns="149350" wrap="square" tIns="26650">
              <a:noAutofit/>
            </a:bodyPr>
            <a:lstStyle/>
            <a:p>
              <a:pPr indent="-171450" lvl="1" marL="17145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entury Gothic"/>
                <a:buChar char="•"/>
              </a:pPr>
              <a:r>
                <a:rPr b="0" i="0" lang="es-AR" sz="1600" u="none" cap="none" strike="noStrike">
                  <a:solidFill>
                    <a:schemeClr val="dk1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ventaja de dejar</a:t>
              </a:r>
              <a:endParaRPr/>
            </a:p>
            <a:p>
              <a:pPr indent="-171450" lvl="1" marL="171450" marR="0" rtl="0" algn="l">
                <a:lnSpc>
                  <a:spcPct val="90000"/>
                </a:lnSpc>
                <a:spcBef>
                  <a:spcPts val="32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entury Gothic"/>
                <a:buChar char="•"/>
              </a:pPr>
              <a:r>
                <a:rPr b="0" i="0" lang="es-AR" sz="1600" u="none" cap="none" strike="noStrike">
                  <a:solidFill>
                    <a:schemeClr val="dk1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ventaja de sacar</a:t>
              </a:r>
              <a:endParaRPr/>
            </a:p>
            <a:p>
              <a:pPr indent="-171450" lvl="1" marL="171450" marR="0" rtl="0" algn="l">
                <a:lnSpc>
                  <a:spcPct val="90000"/>
                </a:lnSpc>
                <a:spcBef>
                  <a:spcPts val="32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entury Gothic"/>
                <a:buChar char="•"/>
              </a:pPr>
              <a:r>
                <a:rPr b="0" i="0" lang="es-AR" sz="1600" u="none" cap="none" strike="noStrike">
                  <a:solidFill>
                    <a:schemeClr val="dk1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ejemplo 3_2</a:t>
              </a:r>
              <a:endParaRPr/>
            </a:p>
          </p:txBody>
        </p:sp>
        <p:sp>
          <p:nvSpPr>
            <p:cNvPr id="298" name="Google Shape;298;p10"/>
            <p:cNvSpPr/>
            <p:nvPr/>
          </p:nvSpPr>
          <p:spPr>
            <a:xfrm>
              <a:off x="0" y="1454424"/>
              <a:ext cx="8915400" cy="503685"/>
            </a:xfrm>
            <a:prstGeom prst="roundRect">
              <a:avLst>
                <a:gd fmla="val 16667" name="adj"/>
              </a:avLst>
            </a:prstGeom>
            <a:solidFill>
              <a:srgbClr val="539E36"/>
            </a:solidFill>
            <a:ln cap="rnd" cmpd="sng" w="1587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9" name="Google Shape;299;p10"/>
            <p:cNvSpPr txBox="1"/>
            <p:nvPr/>
          </p:nvSpPr>
          <p:spPr>
            <a:xfrm>
              <a:off x="24588" y="1479012"/>
              <a:ext cx="8866224" cy="45450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80000" lIns="80000" spcFirstLastPara="1" rIns="80000" wrap="square" tIns="8000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100"/>
                <a:buFont typeface="Century Gothic"/>
                <a:buNone/>
              </a:pPr>
              <a:r>
                <a:rPr b="0" i="0" lang="es-AR" sz="2100" u="none" cap="none" strike="noStrike">
                  <a:solidFill>
                    <a:schemeClr val="lt1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Ciclos de entidades</a:t>
              </a:r>
              <a:endParaRPr/>
            </a:p>
          </p:txBody>
        </p:sp>
        <p:sp>
          <p:nvSpPr>
            <p:cNvPr id="300" name="Google Shape;300;p10"/>
            <p:cNvSpPr/>
            <p:nvPr/>
          </p:nvSpPr>
          <p:spPr>
            <a:xfrm>
              <a:off x="0" y="1958110"/>
              <a:ext cx="8915400" cy="169533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1" name="Google Shape;301;p10"/>
            <p:cNvSpPr txBox="1"/>
            <p:nvPr/>
          </p:nvSpPr>
          <p:spPr>
            <a:xfrm>
              <a:off x="0" y="1958110"/>
              <a:ext cx="8915400" cy="169533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26650" lIns="283050" spcFirstLastPara="1" rIns="149350" wrap="square" tIns="26650">
              <a:noAutofit/>
            </a:bodyPr>
            <a:lstStyle/>
            <a:p>
              <a:pPr indent="-171450" lvl="1" marL="17145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entury Gothic"/>
                <a:buChar char="•"/>
              </a:pPr>
              <a:r>
                <a:rPr b="0" i="0" lang="es-AR" sz="1600" u="none" cap="none" strike="noStrike">
                  <a:solidFill>
                    <a:schemeClr val="dk1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Ejemplo 3_3: empleados trabajan en departamentos (cada empleado trabaja en un depto). Hay directivos cada empleado tiene un jefe que es directivo.  Cada directivo puede dirigir uno mas departamentos.</a:t>
              </a:r>
              <a:endParaRPr/>
            </a:p>
            <a:p>
              <a:pPr indent="-171450" lvl="1" marL="171450" marR="0" rtl="0" algn="l">
                <a:lnSpc>
                  <a:spcPct val="90000"/>
                </a:lnSpc>
                <a:spcBef>
                  <a:spcPts val="32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entury Gothic"/>
                <a:buChar char="•"/>
              </a:pPr>
              <a:r>
                <a:rPr b="0" i="0" lang="es-AR" sz="1600" u="none" cap="none" strike="noStrike">
                  <a:solidFill>
                    <a:schemeClr val="dk1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Ejemplo 3_4: en un proyecto trabajan varios empleados, cada empleado puede estar en varios proyectos. Un empleado puede estar en varios departamentos un departamento puede tener varios empleados. Un proyecto puede pertencer a varios departamentos y un departamento puede tener varios proyectos</a:t>
              </a:r>
              <a:endParaRPr/>
            </a:p>
          </p:txBody>
        </p:sp>
      </p:grpSp>
      <p:sp>
        <p:nvSpPr>
          <p:cNvPr id="302" name="Google Shape;302;p10"/>
          <p:cNvSpPr txBox="1"/>
          <p:nvPr>
            <p:ph idx="11" type="ftr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AR"/>
              <a:t>DBD Clase 2</a:t>
            </a:r>
            <a:endParaRPr/>
          </a:p>
        </p:txBody>
      </p:sp>
      <p:pic>
        <p:nvPicPr>
          <p:cNvPr descr="c3_10" id="303" name="Google Shape;303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689600" y="3022600"/>
            <a:ext cx="812800" cy="812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7" name="Shape 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Google Shape;308;p11"/>
          <p:cNvSpPr txBox="1"/>
          <p:nvPr>
            <p:ph type="title"/>
          </p:nvPr>
        </p:nvSpPr>
        <p:spPr>
          <a:xfrm>
            <a:off x="2592925" y="624110"/>
            <a:ext cx="8911687" cy="128089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3600"/>
              <a:buFont typeface="Century Gothic"/>
              <a:buNone/>
            </a:pPr>
            <a:r>
              <a:rPr lang="es-AR"/>
              <a:t>Modelo logico</a:t>
            </a:r>
            <a:endParaRPr/>
          </a:p>
        </p:txBody>
      </p:sp>
      <p:sp>
        <p:nvSpPr>
          <p:cNvPr id="309" name="Google Shape;309;p11"/>
          <p:cNvSpPr txBox="1"/>
          <p:nvPr>
            <p:ph idx="1" type="body"/>
          </p:nvPr>
        </p:nvSpPr>
        <p:spPr>
          <a:xfrm>
            <a:off x="2589212" y="2133600"/>
            <a:ext cx="8915400" cy="377762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SzPts val="1800"/>
              <a:buChar char="🠶"/>
            </a:pPr>
            <a:r>
              <a:rPr lang="es-AR"/>
              <a:t>Atributos compuestos</a:t>
            </a:r>
            <a:endParaRPr/>
          </a:p>
          <a:p>
            <a:pPr indent="-285750" lvl="1" marL="742950" rtl="0" algn="l">
              <a:spcBef>
                <a:spcPts val="1000"/>
              </a:spcBef>
              <a:spcAft>
                <a:spcPts val="0"/>
              </a:spcAft>
              <a:buSzPts val="1600"/>
              <a:buChar char="🠶"/>
            </a:pPr>
            <a:r>
              <a:rPr lang="es-AR"/>
              <a:t>Generar un unico atributo que se convierta en la concatenacion de todos los atributos simples que contiene el compuesto.</a:t>
            </a:r>
            <a:endParaRPr/>
          </a:p>
          <a:p>
            <a:pPr indent="-285750" lvl="1" marL="742950" rtl="0" algn="l">
              <a:spcBef>
                <a:spcPts val="1000"/>
              </a:spcBef>
              <a:spcAft>
                <a:spcPts val="0"/>
              </a:spcAft>
              <a:buSzPts val="1600"/>
              <a:buChar char="🠶"/>
            </a:pPr>
            <a:r>
              <a:rPr lang="es-AR"/>
              <a:t>Definir los atributos simples sin un atributo compuesto que resuma. La cantidad de atributos aumenta pero esta solución permite definir cada uno de los datos en forma independiente.</a:t>
            </a:r>
            <a:endParaRPr/>
          </a:p>
          <a:p>
            <a:pPr indent="-285750" lvl="1" marL="742950" rtl="0" algn="l">
              <a:spcBef>
                <a:spcPts val="1000"/>
              </a:spcBef>
              <a:spcAft>
                <a:spcPts val="0"/>
              </a:spcAft>
              <a:buSzPts val="1600"/>
              <a:buChar char="🠶"/>
            </a:pPr>
            <a:r>
              <a:rPr lang="es-AR"/>
              <a:t>Generar una nueva entidad, la que representa el atributo compuesto, conformada por acada uno de los atributos simples que contiene.  Esta nueva entidad debe estar relacionada con la entidad a la cual pertenecia el atributo compuesto.</a:t>
            </a:r>
            <a:endParaRPr/>
          </a:p>
          <a:p>
            <a:pPr indent="-285750" lvl="1" marL="742950" rtl="0" algn="l">
              <a:spcBef>
                <a:spcPts val="1000"/>
              </a:spcBef>
              <a:spcAft>
                <a:spcPts val="0"/>
              </a:spcAft>
              <a:buSzPts val="1600"/>
              <a:buChar char="🠶"/>
            </a:pPr>
            <a:r>
              <a:rPr lang="es-AR"/>
              <a:t>Ejemplo 3_5</a:t>
            </a:r>
            <a:endParaRPr/>
          </a:p>
          <a:p>
            <a:pPr indent="-184150" lvl="1" marL="742950" rtl="0" algn="l">
              <a:spcBef>
                <a:spcPts val="1000"/>
              </a:spcBef>
              <a:spcAft>
                <a:spcPts val="0"/>
              </a:spcAft>
              <a:buSzPts val="1600"/>
              <a:buNone/>
            </a:pPr>
            <a:r>
              <a:t/>
            </a:r>
            <a:endParaRPr/>
          </a:p>
        </p:txBody>
      </p:sp>
      <p:sp>
        <p:nvSpPr>
          <p:cNvPr id="310" name="Google Shape;310;p11"/>
          <p:cNvSpPr txBox="1"/>
          <p:nvPr>
            <p:ph idx="11" type="ftr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AR"/>
              <a:t>DBD Clase 2</a:t>
            </a:r>
            <a:endParaRPr/>
          </a:p>
        </p:txBody>
      </p:sp>
      <p:pic>
        <p:nvPicPr>
          <p:cNvPr descr="c3_11" id="311" name="Google Shape;311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576650" y="3221950"/>
            <a:ext cx="812800" cy="812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5" name="Shape 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" name="Google Shape;316;p12"/>
          <p:cNvSpPr txBox="1"/>
          <p:nvPr>
            <p:ph type="title"/>
          </p:nvPr>
        </p:nvSpPr>
        <p:spPr>
          <a:xfrm>
            <a:off x="2592925" y="624110"/>
            <a:ext cx="8911687" cy="128089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3600"/>
              <a:buFont typeface="Century Gothic"/>
              <a:buNone/>
            </a:pPr>
            <a:r>
              <a:rPr lang="es-AR"/>
              <a:t>Modelo logico</a:t>
            </a:r>
            <a:endParaRPr/>
          </a:p>
        </p:txBody>
      </p:sp>
      <p:sp>
        <p:nvSpPr>
          <p:cNvPr id="317" name="Google Shape;317;p12"/>
          <p:cNvSpPr txBox="1"/>
          <p:nvPr>
            <p:ph idx="1" type="body"/>
          </p:nvPr>
        </p:nvSpPr>
        <p:spPr>
          <a:xfrm>
            <a:off x="2589212" y="2133600"/>
            <a:ext cx="8915400" cy="377762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SzPts val="1800"/>
              <a:buChar char="🠶"/>
            </a:pPr>
            <a:r>
              <a:rPr lang="es-AR"/>
              <a:t>Atributos polivalentes</a:t>
            </a:r>
            <a:endParaRPr/>
          </a:p>
          <a:p>
            <a:pPr indent="-285750" lvl="1" marL="742950" rtl="0" algn="l">
              <a:spcBef>
                <a:spcPts val="1000"/>
              </a:spcBef>
              <a:spcAft>
                <a:spcPts val="0"/>
              </a:spcAft>
              <a:buSzPts val="1600"/>
              <a:buChar char="🠶"/>
            </a:pPr>
            <a:r>
              <a:rPr lang="es-AR"/>
              <a:t>Un atributo en el modelo relacional debe ser simple</a:t>
            </a:r>
            <a:endParaRPr/>
          </a:p>
          <a:p>
            <a:pPr indent="-285750" lvl="1" marL="742950" rtl="0" algn="l">
              <a:spcBef>
                <a:spcPts val="1000"/>
              </a:spcBef>
              <a:spcAft>
                <a:spcPts val="0"/>
              </a:spcAft>
              <a:buSzPts val="1600"/>
              <a:buChar char="🠶"/>
            </a:pPr>
            <a:r>
              <a:rPr lang="es-AR"/>
              <a:t>Se genera una nueva entidad con ese atributo</a:t>
            </a:r>
            <a:endParaRPr/>
          </a:p>
          <a:p>
            <a:pPr indent="-285750" lvl="1" marL="742950" rtl="0" algn="l">
              <a:spcBef>
                <a:spcPts val="1000"/>
              </a:spcBef>
              <a:spcAft>
                <a:spcPts val="0"/>
              </a:spcAft>
              <a:buSzPts val="1600"/>
              <a:buChar char="🠶"/>
            </a:pPr>
            <a:r>
              <a:rPr lang="es-AR"/>
              <a:t>Se genera una relacion entre la nueva entidad y al entidad que contenia el atributo polivalente</a:t>
            </a:r>
            <a:endParaRPr/>
          </a:p>
          <a:p>
            <a:pPr indent="-285750" lvl="1" marL="742950" rtl="0" algn="l">
              <a:spcBef>
                <a:spcPts val="1000"/>
              </a:spcBef>
              <a:spcAft>
                <a:spcPts val="0"/>
              </a:spcAft>
              <a:buSzPts val="1600"/>
              <a:buChar char="🠶"/>
            </a:pPr>
            <a:r>
              <a:rPr lang="es-AR"/>
              <a:t>Ejemplo 3_6</a:t>
            </a:r>
            <a:endParaRPr/>
          </a:p>
          <a:p>
            <a:pPr indent="-342900" lvl="0" marL="342900" rtl="0" algn="l">
              <a:spcBef>
                <a:spcPts val="1000"/>
              </a:spcBef>
              <a:spcAft>
                <a:spcPts val="0"/>
              </a:spcAft>
              <a:buSzPts val="1800"/>
              <a:buChar char="🠶"/>
            </a:pPr>
            <a:r>
              <a:rPr lang="es-AR"/>
              <a:t>El caso de telefonos! Ejemplo 3_7</a:t>
            </a:r>
            <a:endParaRPr/>
          </a:p>
        </p:txBody>
      </p:sp>
      <p:sp>
        <p:nvSpPr>
          <p:cNvPr id="318" name="Google Shape;318;p12"/>
          <p:cNvSpPr txBox="1"/>
          <p:nvPr>
            <p:ph idx="11" type="ftr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AR"/>
              <a:t>DBD Clase 2</a:t>
            </a:r>
            <a:endParaRPr/>
          </a:p>
        </p:txBody>
      </p:sp>
      <p:pic>
        <p:nvPicPr>
          <p:cNvPr descr="c3_12" id="319" name="Google Shape;319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98900" y="3232450"/>
            <a:ext cx="812800" cy="812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3" name="Shape 3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4" name="Google Shape;324;p13"/>
          <p:cNvSpPr txBox="1"/>
          <p:nvPr>
            <p:ph type="title"/>
          </p:nvPr>
        </p:nvSpPr>
        <p:spPr>
          <a:xfrm>
            <a:off x="2592925" y="624110"/>
            <a:ext cx="8911687" cy="128089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3600"/>
              <a:buFont typeface="Century Gothic"/>
              <a:buNone/>
            </a:pPr>
            <a:r>
              <a:rPr lang="es-AR"/>
              <a:t>Moldelo logico	</a:t>
            </a:r>
            <a:endParaRPr/>
          </a:p>
        </p:txBody>
      </p:sp>
      <p:sp>
        <p:nvSpPr>
          <p:cNvPr id="325" name="Google Shape;325;p13"/>
          <p:cNvSpPr txBox="1"/>
          <p:nvPr>
            <p:ph idx="1" type="body"/>
          </p:nvPr>
        </p:nvSpPr>
        <p:spPr>
          <a:xfrm>
            <a:off x="2589212" y="2133600"/>
            <a:ext cx="8915400" cy="377762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SzPts val="1800"/>
              <a:buChar char="🠶"/>
            </a:pPr>
            <a:r>
              <a:rPr lang="es-AR"/>
              <a:t>Jerarquias</a:t>
            </a:r>
            <a:endParaRPr/>
          </a:p>
          <a:p>
            <a:pPr indent="-285750" lvl="1" marL="742950" rtl="0" algn="l">
              <a:spcBef>
                <a:spcPts val="1000"/>
              </a:spcBef>
              <a:spcAft>
                <a:spcPts val="0"/>
              </a:spcAft>
              <a:buSzPts val="1600"/>
              <a:buChar char="🠶"/>
            </a:pPr>
            <a:r>
              <a:rPr lang="es-AR"/>
              <a:t>No existen en el modelo relacional</a:t>
            </a:r>
            <a:endParaRPr/>
          </a:p>
          <a:p>
            <a:pPr indent="-285750" lvl="1" marL="742950" rtl="0" algn="l">
              <a:spcBef>
                <a:spcPts val="1000"/>
              </a:spcBef>
              <a:spcAft>
                <a:spcPts val="0"/>
              </a:spcAft>
              <a:buSzPts val="1600"/>
              <a:buChar char="🠶"/>
            </a:pPr>
            <a:r>
              <a:rPr lang="es-AR"/>
              <a:t>Soluciones</a:t>
            </a:r>
            <a:endParaRPr/>
          </a:p>
          <a:p>
            <a:pPr indent="-228600" lvl="2" marL="1143000" rtl="0" algn="l">
              <a:spcBef>
                <a:spcPts val="1000"/>
              </a:spcBef>
              <a:spcAft>
                <a:spcPts val="0"/>
              </a:spcAft>
              <a:buSzPts val="1400"/>
              <a:buChar char="🠶"/>
            </a:pPr>
            <a:r>
              <a:rPr lang="es-AR"/>
              <a:t>Elminar entidades hijas</a:t>
            </a:r>
            <a:endParaRPr/>
          </a:p>
          <a:p>
            <a:pPr indent="-228600" lvl="2" marL="1143000" rtl="0" algn="l">
              <a:spcBef>
                <a:spcPts val="1000"/>
              </a:spcBef>
              <a:spcAft>
                <a:spcPts val="0"/>
              </a:spcAft>
              <a:buSzPts val="1400"/>
              <a:buChar char="🠶"/>
            </a:pPr>
            <a:r>
              <a:rPr lang="es-AR"/>
              <a:t>Eliminar entidad padre</a:t>
            </a:r>
            <a:endParaRPr/>
          </a:p>
          <a:p>
            <a:pPr indent="-228600" lvl="2" marL="1143000" rtl="0" algn="l">
              <a:spcBef>
                <a:spcPts val="1000"/>
              </a:spcBef>
              <a:spcAft>
                <a:spcPts val="0"/>
              </a:spcAft>
              <a:buSzPts val="1400"/>
              <a:buChar char="🠶"/>
            </a:pPr>
            <a:r>
              <a:rPr lang="es-AR"/>
              <a:t>Conservar todo</a:t>
            </a:r>
            <a:endParaRPr/>
          </a:p>
          <a:p>
            <a:pPr indent="-285750" lvl="1" marL="742950" rtl="0" algn="l">
              <a:spcBef>
                <a:spcPts val="1000"/>
              </a:spcBef>
              <a:spcAft>
                <a:spcPts val="0"/>
              </a:spcAft>
              <a:buSzPts val="1600"/>
              <a:buChar char="🠶"/>
            </a:pPr>
            <a:r>
              <a:rPr lang="es-AR"/>
              <a:t>Ventajas y desventajas</a:t>
            </a:r>
            <a:endParaRPr/>
          </a:p>
          <a:p>
            <a:pPr indent="-342900" lvl="0" marL="342900" rtl="0" algn="l">
              <a:spcBef>
                <a:spcPts val="1000"/>
              </a:spcBef>
              <a:spcAft>
                <a:spcPts val="0"/>
              </a:spcAft>
              <a:buSzPts val="1800"/>
              <a:buChar char="🠶"/>
            </a:pPr>
            <a:r>
              <a:rPr lang="es-AR"/>
              <a:t>Ejemplo 3_8 docentes, alumnos profesores</a:t>
            </a:r>
            <a:endParaRPr/>
          </a:p>
          <a:p>
            <a:pPr indent="-342900" lvl="0" marL="342900" rtl="0" algn="l">
              <a:spcBef>
                <a:spcPts val="1000"/>
              </a:spcBef>
              <a:spcAft>
                <a:spcPts val="0"/>
              </a:spcAft>
              <a:buSzPts val="1800"/>
              <a:buChar char="🠶"/>
            </a:pPr>
            <a:r>
              <a:rPr lang="es-AR"/>
              <a:t>Ejemplo 3_9  empresa, secretarios directores operarios</a:t>
            </a:r>
            <a:endParaRPr/>
          </a:p>
        </p:txBody>
      </p:sp>
      <p:sp>
        <p:nvSpPr>
          <p:cNvPr id="326" name="Google Shape;326;p13"/>
          <p:cNvSpPr txBox="1"/>
          <p:nvPr>
            <p:ph idx="11" type="ftr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AR"/>
              <a:t>DBD Clase 2</a:t>
            </a:r>
            <a:endParaRPr/>
          </a:p>
        </p:txBody>
      </p:sp>
      <p:pic>
        <p:nvPicPr>
          <p:cNvPr descr="c3_13" id="327" name="Google Shape;327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588700" y="2616200"/>
            <a:ext cx="812800" cy="812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Espiral">
  <a:themeElements>
    <a:clrScheme name="Verde">
      <a:dk1>
        <a:srgbClr val="000000"/>
      </a:dk1>
      <a:lt1>
        <a:srgbClr val="FFFFFF"/>
      </a:lt1>
      <a:dk2>
        <a:srgbClr val="455F51"/>
      </a:dk2>
      <a:lt2>
        <a:srgbClr val="E3DED1"/>
      </a:lt2>
      <a:accent1>
        <a:srgbClr val="549E39"/>
      </a:accent1>
      <a:accent2>
        <a:srgbClr val="8AB833"/>
      </a:accent2>
      <a:accent3>
        <a:srgbClr val="C0CF3A"/>
      </a:accent3>
      <a:accent4>
        <a:srgbClr val="029676"/>
      </a:accent4>
      <a:accent5>
        <a:srgbClr val="4AB5C4"/>
      </a:accent5>
      <a:accent6>
        <a:srgbClr val="0989B1"/>
      </a:accent6>
      <a:hlink>
        <a:srgbClr val="6B9F25"/>
      </a:hlink>
      <a:folHlink>
        <a:srgbClr val="BA6906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Tema de Offic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2014-08-28T15:33:23Z</dcterms:created>
  <dc:creator>Pampa</dc:creator>
</cp:coreProperties>
</file>